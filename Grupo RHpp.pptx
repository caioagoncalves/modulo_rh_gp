
<file path=[Content_Types].xml><?xml version="1.0" encoding="utf-8"?>
<Types xmlns="http://schemas.openxmlformats.org/package/2006/content-types">
  <Override PartName="/customXml/itemProps3.xml" ContentType="application/vnd.openxmlformats-officedocument.customXmlProperties+xml"/>
  <Override PartName="/ppt/slides/slide6.xml" ContentType="application/vnd.openxmlformats-officedocument.presentationml.slide+xml"/>
  <Override PartName="/ppt/slideLayouts/slideLayout8.xml" ContentType="application/vnd.openxmlformats-officedocument.presentationml.slideLayout+xml"/>
  <Override PartName="/ppt/slideLayouts/slideLayout19.xml" ContentType="application/vnd.openxmlformats-officedocument.presentationml.slideLayout+xml"/>
  <Override PartName="/ppt/notesSlides/notesSlide2.xml" ContentType="application/vnd.openxmlformats-officedocument.presentationml.notesSlide+xml"/>
  <Override PartName="/docMetadata/LabelInfo.xml" ContentType="application/vnd.ms-office.classificationlabels+xml"/>
  <Override PartName="/customXml/itemProps1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3.xml" ContentType="application/vnd.openxmlformats-officedocument.theme+xml"/>
  <Override PartName="/ppt/slides/slide2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slideLayouts/slideLayout15.xml" ContentType="application/vnd.openxmlformats-officedocument.presentationml.slideLayout+xml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notesMasters/notesMaster1.xml" ContentType="application/vnd.openxmlformats-officedocument.presentationml.notesMaster+xml"/>
  <Override PartName="/ppt/slideLayouts/slideLayout1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docProps/app.xml" ContentType="application/vnd.openxmlformats-officedocument.extended-properties+xml"/>
  <Override PartName="/ppt/authors.xml" ContentType="application/vnd.ms-powerpoint.authors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docProps/custom.xml" ContentType="application/vnd.openxmlformats-officedocument.custom-properties+xml"/>
  <Override PartName="/ppt/commentAuthors.xml" ContentType="application/vnd.openxmlformats-officedocument.presentationml.commentAuthors+xml"/>
  <Override PartName="/ppt/slideLayouts/slideLayout10.xml" ContentType="application/vnd.openxmlformats-officedocument.presentationml.slideLayout+xml"/>
  <Override PartName="/ppt/notesSlides/notesSlide8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handoutMasters/handoutMaster1.xml" ContentType="application/vnd.openxmlformats-officedocument.presentationml.handoutMaster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customXml/itemProps2.xml" ContentType="application/vnd.openxmlformats-officedocument.customXmlProperties+xml"/>
  <Override PartName="/ppt/slides/slide5.xml" ContentType="application/vnd.openxmlformats-officedocument.presentationml.slide+xml"/>
  <Override PartName="/ppt/slideLayouts/slideLayout7.xml" ContentType="application/vnd.openxmlformats-officedocument.presentationml.slideLayout+xml"/>
  <Override PartName="/ppt/notesSlides/notesSlide1.xml" ContentType="application/vnd.openxmlformats-officedocument.presentationml.notesSlide+xml"/>
  <Override PartName="/ppt/notesSlides/notesSlide3.xml" ContentType="application/vnd.openxmlformats-officedocument.presentationml.notesSlide+xml"/>
  <Default Extension="png" ContentType="image/png"/>
  <Override PartName="/ppt/slides/slide3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slides/slide1.xml" ContentType="application/vnd.openxmlformats-officedocument.presentationml.slide+xml"/>
  <Override PartName="/ppt/slideLayouts/slideLayout3.xml" ContentType="application/vnd.openxmlformats-officedocument.presentationml.slideLayout+xml"/>
  <Override PartName="/ppt/slideLayouts/slideLayout16.xml" ContentType="application/vnd.openxmlformats-officedocument.presentationml.slideLayout+xml"/>
  <Default Extension="jpeg" ContentType="image/jpeg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13"/>
  </p:notesMasterIdLst>
  <p:handoutMasterIdLst>
    <p:handoutMasterId r:id="rId14"/>
  </p:handoutMasterIdLst>
  <p:sldIdLst>
    <p:sldId id="304" r:id="rId5"/>
    <p:sldId id="314" r:id="rId6"/>
    <p:sldId id="308" r:id="rId7"/>
    <p:sldId id="310" r:id="rId8"/>
    <p:sldId id="301" r:id="rId9"/>
    <p:sldId id="315" r:id="rId10"/>
    <p:sldId id="316" r:id="rId11"/>
    <p:sldId id="305" r:id="rId12"/>
  </p:sldIdLst>
  <p:sldSz cx="12192000" cy="6858000"/>
  <p:notesSz cx="6858000" cy="9144000"/>
  <p:defaultTextStyle>
    <a:defPPr rtl="0"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 xmlns="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6" name="Author" initials="A" lastIdx="0" clrIdx="5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 xmlns="">
          <a:srgbClr val="FF0000"/>
        </p14:laserClr>
      </p:ext>
      <p:ext uri="{2FDB2607-1784-4EEB-B798-7EB5836EED8A}">
        <p14:showMediaCtrls xmlns:p14="http://schemas.microsoft.com/office/powerpoint/2010/main" xmlns="" val="1"/>
      </p:ext>
    </p:extLst>
  </p:showPr>
  <p:clrMru>
    <a:srgbClr val="0A4054"/>
    <a:srgbClr val="468C8A"/>
  </p:clrMru>
  <p:extLst>
    <p:ext uri="{E76CE94A-603C-4142-B9EB-6D1370010A27}">
      <p14:discardImageEditData xmlns:p14="http://schemas.microsoft.com/office/powerpoint/2010/main" xmlns="" val="0"/>
    </p:ext>
    <p:ext uri="{D31A062A-798A-4329-ABDD-BBA856620510}">
      <p14:defaultImageDpi xmlns:p14="http://schemas.microsoft.com/office/powerpoint/2010/main" xmlns="" val="32767"/>
    </p:ext>
    <p:ext uri="{FD5EFAAD-0ECE-453E-9831-46B23BE46B34}">
      <p15:chartTrackingRefBased xmlns:p15="http://schemas.microsoft.com/office/powerpoint/2012/main" xmlns="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showOutlineIcons="0" horzBarState="maximized">
    <p:restoredLeft sz="14806" autoAdjust="0"/>
    <p:restoredTop sz="93750" autoAdjust="0"/>
  </p:normalViewPr>
  <p:slideViewPr>
    <p:cSldViewPr snapToGrid="0">
      <p:cViewPr varScale="1">
        <p:scale>
          <a:sx n="116" d="100"/>
          <a:sy n="116" d="100"/>
        </p:scale>
        <p:origin x="-402" y="-114"/>
      </p:cViewPr>
      <p:guideLst>
        <p:guide orient="horz" pos="3696"/>
        <p:guide orient="horz" pos="1968"/>
        <p:guide pos="6504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93" d="100"/>
          <a:sy n="93" d="100"/>
        </p:scale>
        <p:origin x="2958" y="102"/>
      </p:cViewPr>
      <p:guideLst/>
    </p:cSldViewPr>
  </p:notes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notesMaster" Target="notesMasters/notesMaster1.xml"/><Relationship Id="rId18" Type="http://schemas.openxmlformats.org/officeDocument/2006/relationships/theme" Target="theme/theme1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presProps" Target="presProps.xml"/><Relationship Id="rId20" Type="http://schemas.microsoft.com/office/2018/10/relationships/authors" Target="author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commentAuthors" Target="commentAuthors.xml"/><Relationship Id="rId10" Type="http://schemas.openxmlformats.org/officeDocument/2006/relationships/slide" Target="slides/slide6.xml"/><Relationship Id="rId19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handoutMaster" Target="handoutMasters/handout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>
            <a:extLst>
              <a:ext uri="{FF2B5EF4-FFF2-40B4-BE49-F238E27FC236}">
                <a16:creationId xmlns:a16="http://schemas.microsoft.com/office/drawing/2014/main" xmlns="" id="{A2FC99A8-74A1-4817-9F9A-85655000A69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pt-BR"/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xmlns="" id="{D6F0050F-2705-4253-AECF-492B9533166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7EC2D398-3936-41B5-966E-F3315CDD3010}" type="datetime1">
              <a:rPr lang="pt-BR" smtClean="0"/>
              <a:pPr rtl="0"/>
              <a:t>22/06/2023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xmlns="" id="{BC82020C-C130-402B-AA32-21B4682F7DC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pt-BR"/>
          </a:p>
        </p:txBody>
      </p:sp>
      <p:sp>
        <p:nvSpPr>
          <p:cNvPr id="5" name="Espaço Reservado para o Número do Slide 4">
            <a:extLst>
              <a:ext uri="{FF2B5EF4-FFF2-40B4-BE49-F238E27FC236}">
                <a16:creationId xmlns:a16="http://schemas.microsoft.com/office/drawing/2014/main" xmlns="" id="{450932CD-F2EA-4034-AB59-84AF68B102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F6FA979-4A60-410C-92BE-2E8CA23BCC7D}" type="slidenum">
              <a:rPr lang="pt-BR" smtClean="0"/>
              <a:pPr rtl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xmlns="" val="2261904932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pt-BR" noProof="0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C262851-6E14-4143-AE1A-5B9A602DC550}" type="datetime1">
              <a:rPr lang="pt-BR" smtClean="0"/>
              <a:pPr/>
              <a:t>22/06/2023</a:t>
            </a:fld>
            <a:endParaRPr lang="pt-BR" dirty="0"/>
          </a:p>
        </p:txBody>
      </p:sp>
      <p:sp>
        <p:nvSpPr>
          <p:cNvPr id="4" name="Espaço Reservado para Imagem do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pt-BR" noProof="0"/>
          </a:p>
        </p:txBody>
      </p:sp>
      <p:sp>
        <p:nvSpPr>
          <p:cNvPr id="5" name="Espaço Reservado para Nota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pt-BR" noProof="0"/>
              <a:t>Clique para editar o texto Mestre</a:t>
            </a:r>
          </a:p>
          <a:p>
            <a:pPr lvl="1" rtl="0"/>
            <a:r>
              <a:rPr lang="pt-BR" noProof="0"/>
              <a:t>Segundo nível</a:t>
            </a:r>
          </a:p>
          <a:p>
            <a:pPr lvl="2" rtl="0"/>
            <a:r>
              <a:rPr lang="pt-BR" noProof="0"/>
              <a:t>Terceiro nível</a:t>
            </a:r>
          </a:p>
          <a:p>
            <a:pPr lvl="3" rtl="0"/>
            <a:r>
              <a:rPr lang="pt-BR" noProof="0"/>
              <a:t>Quarto nível</a:t>
            </a:r>
          </a:p>
          <a:p>
            <a:pPr lvl="4" rtl="0"/>
            <a:r>
              <a:rPr lang="pt-BR" noProof="0"/>
              <a:t>Quinto nível</a:t>
            </a: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pt-BR" noProof="0"/>
          </a:p>
        </p:txBody>
      </p:sp>
      <p:sp>
        <p:nvSpPr>
          <p:cNvPr id="7" name="Espaço Reservado para o Número do Slid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pt-BR" noProof="0" smtClean="0"/>
              <a:pPr rtl="0"/>
              <a:t>‹nº›</a:t>
            </a:fld>
            <a:endParaRPr lang="pt-BR" noProof="0"/>
          </a:p>
        </p:txBody>
      </p:sp>
    </p:spTree>
    <p:extLst>
      <p:ext uri="{BB962C8B-B14F-4D97-AF65-F5344CB8AC3E}">
        <p14:creationId xmlns:p14="http://schemas.microsoft.com/office/powerpoint/2010/main" xmlns="" val="3767361492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o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Notas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pt-BR"/>
          </a:p>
        </p:txBody>
      </p:sp>
      <p:sp>
        <p:nvSpPr>
          <p:cNvPr id="4" name="Espaço Reservado para o Número do Slide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pt-BR" smtClean="0"/>
              <a:pPr rtl="0"/>
              <a:t>1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xmlns="" val="59576304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t-BR" smtClean="0"/>
              <a:pPr rtl="0"/>
              <a:t>2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xmlns="" val="252506017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t-BR" smtClean="0"/>
              <a:pPr rtl="0"/>
              <a:t>3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xmlns="" val="64862653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t-BR" smtClean="0"/>
              <a:pPr rtl="0"/>
              <a:t>4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xmlns="" val="191884355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t-BR" smtClean="0"/>
              <a:pPr rtl="0"/>
              <a:t>5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xmlns="" val="343552736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t-BR" smtClean="0"/>
              <a:pPr rtl="0"/>
              <a:t>6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xmlns="" val="351454801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t-BR" smtClean="0"/>
              <a:pPr rtl="0"/>
              <a:t>7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xmlns="" val="382225725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t-BR" smtClean="0"/>
              <a:pPr rtl="0"/>
              <a:t>8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xmlns="" val="275819565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ítulo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tângulo 832">
            <a:extLst>
              <a:ext uri="{FF2B5EF4-FFF2-40B4-BE49-F238E27FC236}">
                <a16:creationId xmlns:a16="http://schemas.microsoft.com/office/drawing/2014/main" xmlns="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pt-BR" noProof="0"/>
              <a:t>6.53</a:t>
            </a:r>
          </a:p>
          <a:p>
            <a:pPr algn="ctr" rtl="0"/>
            <a:endParaRPr lang="pt-BR" noProof="0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pt-BR" noProof="0"/>
              <a:t>CLIQUE PARA EDITAR O TÍTULO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xmlns="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pt-BR" noProof="0"/>
              <a:t>Clique para editar o estilo do subtítulo Mestre</a:t>
            </a:r>
          </a:p>
        </p:txBody>
      </p:sp>
      <p:grpSp>
        <p:nvGrpSpPr>
          <p:cNvPr id="10" name="Espaço Reservado para Imagem 16" descr="ilustração abstrata colorida de edifícios">
            <a:extLst>
              <a:ext uri="{FF2B5EF4-FFF2-40B4-BE49-F238E27FC236}">
                <a16:creationId xmlns:a16="http://schemas.microsoft.com/office/drawing/2014/main" xmlns="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xmlns="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xmlns="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xmlns="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xmlns="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xmlns="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xmlns="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xmlns="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xmlns="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xmlns="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xmlns="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xmlns="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xmlns="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xmlns="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xmlns="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xmlns="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xmlns="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xmlns="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xmlns="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xmlns="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xmlns="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xmlns="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xmlns="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xmlns="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xmlns="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xmlns="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xmlns="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xmlns="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xmlns="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xmlns="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xmlns="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xmlns="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xmlns="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xmlns="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xmlns="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xmlns="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xmlns="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xmlns="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xmlns="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xmlns="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xmlns="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xmlns="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xmlns="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xmlns="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xmlns="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xmlns="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xmlns="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xmlns="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xmlns="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xmlns="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xmlns="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xmlns="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xmlns="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xmlns="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xmlns="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xmlns="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xmlns="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xmlns="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xmlns="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xmlns="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xmlns="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xmlns="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xmlns="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xmlns="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xmlns="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xmlns="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xmlns="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xmlns="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xmlns="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xmlns="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xmlns="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xmlns="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xmlns="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xmlns="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xmlns="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xmlns="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xmlns="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xmlns="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xmlns="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xmlns="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xmlns="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xmlns="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xmlns="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xmlns="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xmlns="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xmlns="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xmlns="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xmlns="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xmlns="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xmlns="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xmlns="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xmlns="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xmlns="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xmlns="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xmlns="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xmlns="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xmlns="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xmlns="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xmlns="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xmlns="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xmlns="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xmlns="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xmlns="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xmlns="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xmlns="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xmlns="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xmlns="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xmlns="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xmlns="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xmlns="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xmlns="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xmlns="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xmlns="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xmlns="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xmlns="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xmlns="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xmlns="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xmlns="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xmlns="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xmlns="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xmlns="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xmlns="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xmlns="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xmlns="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xmlns="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xmlns="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xmlns="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xmlns="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xmlns="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xmlns="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xmlns="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xmlns="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xmlns="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xmlns="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xmlns="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xmlns="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xmlns="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xmlns="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xmlns="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xmlns="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xmlns="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xmlns="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xmlns="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xmlns="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xmlns="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xmlns="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xmlns="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xmlns="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xmlns="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xmlns="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xmlns="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xmlns="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xmlns="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xmlns="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xmlns="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xmlns="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xmlns="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xmlns="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xmlns="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xmlns="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xmlns="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xmlns="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xmlns="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xmlns="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xmlns="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xmlns="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xmlns="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xmlns="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xmlns="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xmlns="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xmlns="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xmlns="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xmlns="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xmlns="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xmlns="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xmlns="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xmlns="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xmlns="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xmlns="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xmlns="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xmlns="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xmlns="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xmlns="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xmlns="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xmlns="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xmlns="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xmlns="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xmlns="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xmlns="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xmlns="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xmlns="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xmlns="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xmlns="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xmlns="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xmlns="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xmlns="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xmlns="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xmlns="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xmlns="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xmlns="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xmlns="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xmlns="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xmlns="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xmlns="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xmlns="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xmlns="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xmlns="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xmlns="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xmlns="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xmlns="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xmlns="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xmlns="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xmlns="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xmlns="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xmlns="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xmlns="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xmlns="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xmlns="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xmlns="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xmlns="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xmlns="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xmlns="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xmlns="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xmlns="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xmlns="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xmlns="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xmlns="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xmlns="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xmlns="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xmlns="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xmlns="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xmlns="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xmlns="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xmlns="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xmlns="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xmlns="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xmlns="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xmlns="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xmlns="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xmlns="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xmlns="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xmlns="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xmlns="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xmlns="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xmlns="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xmlns="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xmlns="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xmlns="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xmlns="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xmlns="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xmlns="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xmlns="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xmlns="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xmlns="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xmlns="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xmlns="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xmlns="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xmlns="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xmlns="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xmlns="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xmlns="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xmlns="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xmlns="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xmlns="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xmlns="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xmlns="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xmlns="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xmlns="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xmlns="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xmlns="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xmlns="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xmlns="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xmlns="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xmlns="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xmlns="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xmlns="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xmlns="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xmlns="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xmlns="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xmlns="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xmlns="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xmlns="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xmlns="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xmlns="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xmlns="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xmlns="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xmlns="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xmlns="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xmlns="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xmlns="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xmlns="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xmlns="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xmlns="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xmlns="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xmlns="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xmlns="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xmlns="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xmlns="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xmlns="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xmlns="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xmlns="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xmlns="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xmlns="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xmlns="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xmlns="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xmlns="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xmlns="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xmlns="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xmlns="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xmlns="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xmlns="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xmlns="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xmlns="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xmlns="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xmlns="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xmlns="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xmlns="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xmlns="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xmlns="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xmlns="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xmlns="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xmlns="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xmlns="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xmlns="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xmlns="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xmlns="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xmlns="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xmlns="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xmlns="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xmlns="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xmlns="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xmlns="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xmlns="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xmlns="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xmlns="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xmlns="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xmlns="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xmlns="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xmlns="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xmlns="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xmlns="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xmlns="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xmlns="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xmlns="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xmlns="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xmlns="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xmlns="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xmlns="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</p:grpSp>
    </p:spTree>
    <p:extLst>
      <p:ext uri="{BB962C8B-B14F-4D97-AF65-F5344CB8AC3E}">
        <p14:creationId xmlns:p14="http://schemas.microsoft.com/office/powerpoint/2010/main" xmlns="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bre nó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t-BR" noProof="0"/>
              <a:t>CLIQUE PARA EDITAR O TÍTULO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xmlns="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pt-BR" noProof="0"/>
              <a:t>1/7/20XX</a:t>
            </a:r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xmlns="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6" name="Espaço Reservado para o Número do Slide 5">
            <a:extLst>
              <a:ext uri="{FF2B5EF4-FFF2-40B4-BE49-F238E27FC236}">
                <a16:creationId xmlns:a16="http://schemas.microsoft.com/office/drawing/2014/main" xmlns="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  <p:sp>
        <p:nvSpPr>
          <p:cNvPr id="8" name="Espaço Reservado para Texto 7">
            <a:extLst>
              <a:ext uri="{FF2B5EF4-FFF2-40B4-BE49-F238E27FC236}">
                <a16:creationId xmlns:a16="http://schemas.microsoft.com/office/drawing/2014/main" xmlns="" id="{1183D993-BA0D-4589-B631-1793D008E8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pt-BR" noProof="0"/>
              <a:t>Clique para editar o texto Mestre</a:t>
            </a:r>
          </a:p>
          <a:p>
            <a:pPr lvl="1" rtl="0"/>
            <a:r>
              <a:rPr lang="pt-BR" noProof="0"/>
              <a:t>Segundo nível</a:t>
            </a:r>
          </a:p>
          <a:p>
            <a:pPr lvl="2" rtl="0"/>
            <a:r>
              <a:rPr lang="pt-BR" noProof="0"/>
              <a:t>Terceiro nível</a:t>
            </a:r>
          </a:p>
          <a:p>
            <a:pPr lvl="3" rtl="0"/>
            <a:r>
              <a:rPr lang="pt-BR" noProof="0"/>
              <a:t>Quarto nível</a:t>
            </a:r>
          </a:p>
          <a:p>
            <a:pPr lvl="4" rtl="0"/>
            <a:r>
              <a:rPr lang="pt-BR" noProof="0"/>
              <a:t>Quinto nível</a:t>
            </a:r>
          </a:p>
        </p:txBody>
      </p:sp>
      <p:grpSp>
        <p:nvGrpSpPr>
          <p:cNvPr id="971" name="Espaço Reservado para Imagem 986" descr="ilustração abstrata colorida de edifícios">
            <a:extLst>
              <a:ext uri="{FF2B5EF4-FFF2-40B4-BE49-F238E27FC236}">
                <a16:creationId xmlns:a16="http://schemas.microsoft.com/office/drawing/2014/main" xmlns="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xmlns="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xmlns="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xmlns="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xmlns="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xmlns="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xmlns="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xmlns="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xmlns="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xmlns="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xmlns="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xmlns="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xmlns="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xmlns="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xmlns="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xmlns="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xmlns="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xmlns="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xmlns="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xmlns="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xmlns="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xmlns="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xmlns="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xmlns="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xmlns="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xmlns="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xmlns="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xmlns="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xmlns="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xmlns="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xmlns="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xmlns="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xmlns="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xmlns="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xmlns="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xmlns="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xmlns="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xmlns="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xmlns="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xmlns="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xmlns="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xmlns="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xmlns="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xmlns="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xmlns="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xmlns="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xmlns="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xmlns="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xmlns="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xmlns="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xmlns="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xmlns="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xmlns="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xmlns="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xmlns="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xmlns="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xmlns="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xmlns="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xmlns="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xmlns="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xmlns="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xmlns="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xmlns="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xmlns="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xmlns="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xmlns="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xmlns="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xmlns="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xmlns="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xmlns="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xmlns="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xmlns="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xmlns="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xmlns="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xmlns="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xmlns="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xmlns="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xmlns="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xmlns="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xmlns="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xmlns="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xmlns="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xmlns="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xmlns="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xmlns="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xmlns="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xmlns="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xmlns="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xmlns="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xmlns="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xmlns="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xmlns="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xmlns="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xmlns="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xmlns="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xmlns="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xmlns="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xmlns="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xmlns="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xmlns="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xmlns="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xmlns="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xmlns="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xmlns="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xmlns="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xmlns="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xmlns="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xmlns="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xmlns="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xmlns="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xmlns="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xmlns="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xmlns="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xmlns="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xmlns="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xmlns="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xmlns="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xmlns="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xmlns="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xmlns="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xmlns="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xmlns="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xmlns="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xmlns="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xmlns="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xmlns="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xmlns="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xmlns="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xmlns="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xmlns="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xmlns="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xmlns="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xmlns="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xmlns="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xmlns="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xmlns="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xmlns="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xmlns="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xmlns="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xmlns="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xmlns="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xmlns="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xmlns="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xmlns="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xmlns="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xmlns="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xmlns="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xmlns="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xmlns="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xmlns="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xmlns="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xmlns="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xmlns="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xmlns="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xmlns="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xmlns="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xmlns="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xmlns="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xmlns="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xmlns="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xmlns="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xmlns="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xmlns="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xmlns="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xmlns="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xmlns="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xmlns="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xmlns="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xmlns="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xmlns="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xmlns="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xmlns="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xmlns="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xmlns="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xmlns="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xmlns="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xmlns="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xmlns="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xmlns="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xmlns="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xmlns="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xmlns="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xmlns="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xmlns="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xmlns="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xmlns="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xmlns="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xmlns="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xmlns="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xmlns="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xmlns="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xmlns="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xmlns="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xmlns="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xmlns="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xmlns="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xmlns="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xmlns="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xmlns="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xmlns="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xmlns="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xmlns="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xmlns="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xmlns="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xmlns="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xmlns="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xmlns="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xmlns="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xmlns="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xmlns="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xmlns="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xmlns="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xmlns="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xmlns="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xmlns="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xmlns="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xmlns="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xmlns="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xmlns="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xmlns="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xmlns="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xmlns="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xmlns="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xmlns="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xmlns="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xmlns="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xmlns="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xmlns="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xmlns="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xmlns="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xmlns="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xmlns="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xmlns="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xmlns="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xmlns="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xmlns="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xmlns="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xmlns="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xmlns="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xmlns="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xmlns="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xmlns="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xmlns="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xmlns="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xmlns="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xmlns="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xmlns="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xmlns="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xmlns="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xmlns="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xmlns="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xmlns="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xmlns="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xmlns="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xmlns="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xmlns="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xmlns="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xmlns="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xmlns="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xmlns="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xmlns="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xmlns="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xmlns="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xmlns="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xmlns="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xmlns="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xmlns="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xmlns="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xmlns="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xmlns="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xmlns="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xmlns="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xmlns="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xmlns="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xmlns="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xmlns="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xmlns="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xmlns="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xmlns="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xmlns="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xmlns="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xmlns="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xmlns="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xmlns="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xmlns="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xmlns="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xmlns="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xmlns="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xmlns="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xmlns="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xmlns="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xmlns="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xmlns="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xmlns="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xmlns="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xmlns="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xmlns="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xmlns="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xmlns="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xmlns="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xmlns="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xmlns="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xmlns="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xmlns="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xmlns="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xmlns="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xmlns="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xmlns="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xmlns="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xmlns="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xmlns="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xmlns="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xmlns="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xmlns="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xmlns="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xmlns="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xmlns="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xmlns="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xmlns="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xmlns="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xmlns="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xmlns="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xmlns="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xmlns="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xmlns="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xmlns="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xmlns="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xmlns="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xmlns="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xmlns="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xmlns="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xmlns="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xmlns="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xmlns="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xmlns="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xmlns="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xmlns="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xmlns="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xmlns="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xmlns="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xmlns="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xmlns="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xmlns="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xmlns="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xmlns="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xmlns="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xmlns="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xmlns="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xmlns="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xmlns="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xmlns="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xmlns="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xmlns="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xmlns="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xmlns="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xmlns="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xmlns="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xmlns="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xmlns="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xmlns="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xmlns="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xmlns="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xmlns="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xmlns="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xmlns="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xmlns="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xmlns="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xmlns="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xmlns="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xmlns="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xmlns="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xmlns="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xmlns="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xmlns="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xmlns="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xmlns="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xmlns="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xmlns="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xmlns="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xmlns="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xmlns="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xmlns="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xmlns="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xmlns="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xmlns="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xmlns="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xmlns="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xmlns="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xmlns="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xmlns="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xmlns="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xmlns="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xmlns="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xmlns="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xmlns="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xmlns="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xmlns="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xmlns="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xmlns="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xmlns="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xmlns="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xmlns="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xmlns="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xmlns="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xmlns="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xmlns="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xmlns="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xmlns="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xmlns="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xmlns="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xmlns="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xmlns="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xmlns="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xmlns="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xmlns="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xmlns="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xmlns="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xmlns="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xmlns="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xmlns="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xmlns="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xmlns="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xmlns="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xmlns="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xmlns="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xmlns="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xmlns="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xmlns="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xmlns="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xmlns="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xmlns="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xmlns="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xmlns="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xmlns="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xmlns="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xmlns="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xmlns="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xmlns="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xmlns="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xmlns="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xmlns="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xmlns="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xmlns="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xmlns="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xmlns="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xmlns="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xmlns="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xmlns="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xmlns="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xmlns="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xmlns="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xmlns="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xmlns="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xmlns="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xmlns="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xmlns="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xmlns="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xmlns="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xmlns="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xmlns="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xmlns="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xmlns="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xmlns="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xmlns="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xmlns="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xmlns="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xmlns="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xmlns="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xmlns="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xmlns="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xmlns="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xmlns="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xmlns="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xmlns="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xmlns="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xmlns="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xmlns="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xmlns="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xmlns="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xmlns="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xmlns="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xmlns="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xmlns="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xmlns="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xmlns="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xmlns="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xmlns="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xmlns="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xmlns="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xmlns="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xmlns="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xmlns="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xmlns="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xmlns="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xmlns="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xmlns="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xmlns="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xmlns="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xmlns="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xmlns="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xmlns="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xmlns="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xmlns="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xmlns="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xmlns="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xmlns="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xmlns="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xmlns="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xmlns="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xmlns="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xmlns="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xmlns="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xmlns="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xmlns="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xmlns="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xmlns="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xmlns="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xmlns="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xmlns="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xmlns="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xmlns="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xmlns="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xmlns="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xmlns="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xmlns="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xmlns="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xmlns="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xmlns="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xmlns="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xmlns="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xmlns="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xmlns="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xmlns="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xmlns="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xmlns="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xmlns="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xmlns="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xmlns="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xmlns="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xmlns="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xmlns="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xmlns="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xmlns="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xmlns="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xmlns="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xmlns="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xmlns="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xmlns="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xmlns="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xmlns="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xmlns="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xmlns="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xmlns="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xmlns="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xmlns="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xmlns="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xmlns="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xmlns="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xmlns="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xmlns="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xmlns="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xmlns="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xmlns="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xmlns="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xmlns="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xmlns="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xmlns="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xmlns="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xmlns="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xmlns="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xmlns="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xmlns="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xmlns="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xmlns="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xmlns="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xmlns="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xmlns="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xmlns="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xmlns="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xmlns="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xmlns="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xmlns="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xmlns="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xmlns="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xmlns="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xmlns="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xmlns="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xmlns="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xmlns="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xmlns="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xmlns="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xmlns="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xmlns="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xmlns="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xmlns="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xmlns="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xmlns="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xmlns="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xmlns="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xmlns="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xmlns="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xmlns="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xmlns="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xmlns="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xmlns="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xmlns="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xmlns="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xmlns="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xmlns="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xmlns="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xmlns="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xmlns="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xmlns="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xmlns="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xmlns="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xmlns="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xmlns="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xmlns="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xmlns="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xmlns="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xmlns="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xmlns="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xmlns="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xmlns="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xmlns="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xmlns="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xmlns="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xmlns="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xmlns="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xmlns="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xmlns="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xmlns="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xmlns="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xmlns="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xmlns="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xmlns="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xmlns="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xmlns="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xmlns="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xmlns="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xmlns="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xmlns="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xmlns="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xmlns="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xmlns="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xmlns="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xmlns="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xmlns="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xmlns="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xmlns="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xmlns="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xmlns="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xmlns="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xmlns="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xmlns="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xmlns="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xmlns="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xmlns="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xmlns="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xmlns="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xmlns="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xmlns="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xmlns="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xmlns="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xmlns="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xmlns="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xmlns="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xmlns="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xmlns="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xmlns="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xmlns="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xmlns="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xmlns="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xmlns="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xmlns="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xmlns="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xmlns="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xmlns="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xmlns="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xmlns="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xmlns="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xmlns="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xmlns="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xmlns="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xmlns="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xmlns="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xmlns="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xmlns="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xmlns="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xmlns="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xmlns="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xmlns="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xmlns="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xmlns="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xmlns="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xmlns="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xmlns="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xmlns="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xmlns="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xmlns="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xmlns="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xmlns="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xmlns="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xmlns="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xmlns="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xmlns="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xmlns="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xmlns="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xmlns="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xmlns="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xmlns="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xmlns="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xmlns="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xmlns="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xmlns="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xmlns="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xmlns="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xmlns="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xmlns="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xmlns="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xmlns="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xmlns="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xmlns="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xmlns="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xmlns="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xmlns="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xmlns="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xmlns="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xmlns="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xmlns="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xmlns="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xmlns="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xmlns="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xmlns="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xmlns="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xmlns="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xmlns="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xmlns="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xmlns="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xmlns="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xmlns="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xmlns="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xmlns="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xmlns="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xmlns="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xmlns="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xmlns="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xmlns="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xmlns="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xmlns="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xmlns="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xmlns="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xmlns="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xmlns="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xmlns="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xmlns="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xmlns="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xmlns="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xmlns="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xmlns="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xmlns="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xmlns="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xmlns="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xmlns="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xmlns="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xmlns="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xmlns="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xmlns="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xmlns="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xmlns="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xmlns="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xmlns="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xmlns="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xmlns="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xmlns="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xmlns="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xmlns="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xmlns="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xmlns="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xmlns="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xmlns="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xmlns="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xmlns="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xmlns="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xmlns="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xmlns="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xmlns="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xmlns="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xmlns="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xmlns="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xmlns="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xmlns="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xmlns="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xmlns="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xmlns="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xmlns="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xmlns="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xmlns="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xmlns="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xmlns="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xmlns="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xmlns="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xmlns="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xmlns="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xmlns="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xmlns="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xmlns="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xmlns="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xmlns="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xmlns="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xmlns="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xmlns="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xmlns="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xmlns="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xmlns="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xmlns="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xmlns="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xmlns="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xmlns="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xmlns="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xmlns="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xmlns="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xmlns="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xmlns="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xmlns="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xmlns="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xmlns="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xmlns="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xmlns="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xmlns="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xmlns="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xmlns="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xmlns="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xmlns="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xmlns="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xmlns="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xmlns="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xmlns="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xmlns="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xmlns="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xmlns="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xmlns="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xmlns="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xmlns="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xmlns="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xmlns="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xmlns="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xmlns="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xmlns="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xmlns="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xmlns="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xmlns="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xmlns="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xmlns="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xmlns="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xmlns="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xmlns="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xmlns="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xmlns="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xmlns="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xmlns="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xmlns="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xmlns="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xmlns="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xmlns="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xmlns="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xmlns="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xmlns="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xmlns="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xmlns="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xmlns="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xmlns="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xmlns="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xmlns="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xmlns="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xmlns="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xmlns="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xmlns="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xmlns="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xmlns="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xmlns="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xmlns="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xmlns="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xmlns="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xmlns="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xmlns="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xmlns="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xmlns="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xmlns="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xmlns="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xmlns="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xmlns="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xmlns="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xmlns="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xmlns="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xmlns="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xmlns="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xmlns="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xmlns="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xmlns="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xmlns="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xmlns="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xmlns="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xmlns="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xmlns="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xmlns="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xmlns="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xmlns="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xmlns="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xmlns="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xmlns="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xmlns="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xmlns="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xmlns="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xmlns="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xmlns="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xmlns="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xmlns="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xmlns="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xmlns="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xmlns="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xmlns="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xmlns="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xmlns="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xmlns="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xmlns="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xmlns="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xmlns="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xmlns="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xmlns="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xmlns="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xmlns="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xmlns="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xmlns="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xmlns="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xmlns="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xmlns="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xmlns="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xmlns="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xmlns="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xmlns="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xmlns="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xmlns="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xmlns="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xmlns="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xmlns="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xmlns="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xmlns="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xmlns="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xmlns="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xmlns="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xmlns="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xmlns="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xmlns="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xmlns="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xmlns="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xmlns="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xmlns="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xmlns="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xmlns="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xmlns="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xmlns="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</p:grpSp>
    </p:spTree>
    <p:extLst>
      <p:ext uri="{BB962C8B-B14F-4D97-AF65-F5344CB8AC3E}">
        <p14:creationId xmlns:p14="http://schemas.microsoft.com/office/powerpoint/2010/main" xmlns="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Espaço Reservado para Imagem 57" descr="ilustração abstrata colorida de edifícios">
            <a:extLst>
              <a:ext uri="{FF2B5EF4-FFF2-40B4-BE49-F238E27FC236}">
                <a16:creationId xmlns:a16="http://schemas.microsoft.com/office/drawing/2014/main" xmlns="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xmlns="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xmlns="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xmlns="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xmlns="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xmlns="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xmlns="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xmlns="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xmlns="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xmlns="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xmlns="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xmlns="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xmlns="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xmlns="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xmlns="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xmlns="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xmlns="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xmlns="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xmlns="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xmlns="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xmlns="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xmlns="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xmlns="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xmlns="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xmlns="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xmlns="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xmlns="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xmlns="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xmlns="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xmlns="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xmlns="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xmlns="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xmlns="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xmlns="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xmlns="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xmlns="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xmlns="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xmlns="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xmlns="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xmlns="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xmlns="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xmlns="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xmlns="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xmlns="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xmlns="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xmlns="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xmlns="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xmlns="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xmlns="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xmlns="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xmlns="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xmlns="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xmlns="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xmlns="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xmlns="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xmlns="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xmlns="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xmlns="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xmlns="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xmlns="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xmlns="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xmlns="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xmlns="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xmlns="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xmlns="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xmlns="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xmlns="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xmlns="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xmlns="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xmlns="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xmlns="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xmlns="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xmlns="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xmlns="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xmlns="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xmlns="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xmlns="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xmlns="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xmlns="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xmlns="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xmlns="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xmlns="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xmlns="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xmlns="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xmlns="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xmlns="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xmlns="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xmlns="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xmlns="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xmlns="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xmlns="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xmlns="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xmlns="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xmlns="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xmlns="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xmlns="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xmlns="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xmlns="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xmlns="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xmlns="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xmlns="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xmlns="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xmlns="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xmlns="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xmlns="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xmlns="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xmlns="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xmlns="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xmlns="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xmlns="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xmlns="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xmlns="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xmlns="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xmlns="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xmlns="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xmlns="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xmlns="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xmlns="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xmlns="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xmlns="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xmlns="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xmlns="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xmlns="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xmlns="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xmlns="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xmlns="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xmlns="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xmlns="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xmlns="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xmlns="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xmlns="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xmlns="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xmlns="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xmlns="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xmlns="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xmlns="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xmlns="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xmlns="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xmlns="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xmlns="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xmlns="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xmlns="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xmlns="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xmlns="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xmlns="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xmlns="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xmlns="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xmlns="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xmlns="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xmlns="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xmlns="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xmlns="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xmlns="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xmlns="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xmlns="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xmlns="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xmlns="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xmlns="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xmlns="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xmlns="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xmlns="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xmlns="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xmlns="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xmlns="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xmlns="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xmlns="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xmlns="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xmlns="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xmlns="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xmlns="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xmlns="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xmlns="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xmlns="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xmlns="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xmlns="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xmlns="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xmlns="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xmlns="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xmlns="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xmlns="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xmlns="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xmlns="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xmlns="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xmlns="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xmlns="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xmlns="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xmlns="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xmlns="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xmlns="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xmlns="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xmlns="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xmlns="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xmlns="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xmlns="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xmlns="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xmlns="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xmlns="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xmlns="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xmlns="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xmlns="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xmlns="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xmlns="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xmlns="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xmlns="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xmlns="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xmlns="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xmlns="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xmlns="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xmlns="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xmlns="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xmlns="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xmlns="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xmlns="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xmlns="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xmlns="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xmlns="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xmlns="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xmlns="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xmlns="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xmlns="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xmlns="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xmlns="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xmlns="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xmlns="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xmlns="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xmlns="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xmlns="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xmlns="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xmlns="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xmlns="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</p:grpSp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t-BR" noProof="0"/>
              <a:t>CLIQUE PARA EDITAR O TÍTULO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xmlns="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t-BR" noProof="0"/>
              <a:t>1/7/20XX</a:t>
            </a:r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xmlns="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6" name="Espaço Reservado para o Número do Slide 5">
            <a:extLst>
              <a:ext uri="{FF2B5EF4-FFF2-40B4-BE49-F238E27FC236}">
                <a16:creationId xmlns:a16="http://schemas.microsoft.com/office/drawing/2014/main" xmlns="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  <p:sp>
        <p:nvSpPr>
          <p:cNvPr id="8" name="Espaço Reservado para Texto 7">
            <a:extLst>
              <a:ext uri="{FF2B5EF4-FFF2-40B4-BE49-F238E27FC236}">
                <a16:creationId xmlns:a16="http://schemas.microsoft.com/office/drawing/2014/main" xmlns="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9" name="Espaço Reservado para Texto 7">
            <a:extLst>
              <a:ext uri="{FF2B5EF4-FFF2-40B4-BE49-F238E27FC236}">
                <a16:creationId xmlns:a16="http://schemas.microsoft.com/office/drawing/2014/main" xmlns="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TÍTULO</a:t>
            </a:r>
          </a:p>
        </p:txBody>
      </p:sp>
      <p:sp>
        <p:nvSpPr>
          <p:cNvPr id="10" name="Espaço Reservado para Texto 7">
            <a:extLst>
              <a:ext uri="{FF2B5EF4-FFF2-40B4-BE49-F238E27FC236}">
                <a16:creationId xmlns:a16="http://schemas.microsoft.com/office/drawing/2014/main" xmlns="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11" name="Espaço Reservado para Texto 7">
            <a:extLst>
              <a:ext uri="{FF2B5EF4-FFF2-40B4-BE49-F238E27FC236}">
                <a16:creationId xmlns:a16="http://schemas.microsoft.com/office/drawing/2014/main" xmlns="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TÍTULO</a:t>
            </a:r>
          </a:p>
        </p:txBody>
      </p:sp>
      <p:sp>
        <p:nvSpPr>
          <p:cNvPr id="12" name="Espaço Reservado para Texto 7">
            <a:extLst>
              <a:ext uri="{FF2B5EF4-FFF2-40B4-BE49-F238E27FC236}">
                <a16:creationId xmlns:a16="http://schemas.microsoft.com/office/drawing/2014/main" xmlns="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13" name="Espaço Reservado para Texto 7">
            <a:extLst>
              <a:ext uri="{FF2B5EF4-FFF2-40B4-BE49-F238E27FC236}">
                <a16:creationId xmlns:a16="http://schemas.microsoft.com/office/drawing/2014/main" xmlns="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TÍTULO</a:t>
            </a:r>
          </a:p>
        </p:txBody>
      </p:sp>
      <p:sp>
        <p:nvSpPr>
          <p:cNvPr id="14" name="Espaço Reservado para Texto 7">
            <a:extLst>
              <a:ext uri="{FF2B5EF4-FFF2-40B4-BE49-F238E27FC236}">
                <a16:creationId xmlns:a16="http://schemas.microsoft.com/office/drawing/2014/main" xmlns="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15" name="Espaço Reservado para Texto 7">
            <a:extLst>
              <a:ext uri="{FF2B5EF4-FFF2-40B4-BE49-F238E27FC236}">
                <a16:creationId xmlns:a16="http://schemas.microsoft.com/office/drawing/2014/main" xmlns="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TÍTULO</a:t>
            </a:r>
          </a:p>
        </p:txBody>
      </p:sp>
      <p:sp>
        <p:nvSpPr>
          <p:cNvPr id="18" name="Espaço Reservado para Texto 7">
            <a:extLst>
              <a:ext uri="{FF2B5EF4-FFF2-40B4-BE49-F238E27FC236}">
                <a16:creationId xmlns:a16="http://schemas.microsoft.com/office/drawing/2014/main" xmlns="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19" name="Espaço Reservado para Texto 7">
            <a:extLst>
              <a:ext uri="{FF2B5EF4-FFF2-40B4-BE49-F238E27FC236}">
                <a16:creationId xmlns:a16="http://schemas.microsoft.com/office/drawing/2014/main" xmlns="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TÍTULO</a:t>
            </a:r>
          </a:p>
        </p:txBody>
      </p:sp>
    </p:spTree>
    <p:extLst>
      <p:ext uri="{BB962C8B-B14F-4D97-AF65-F5344CB8AC3E}">
        <p14:creationId xmlns:p14="http://schemas.microsoft.com/office/powerpoint/2010/main" xmlns="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Espaço Reservado para Imagem 14">
            <a:extLst>
              <a:ext uri="{FF2B5EF4-FFF2-40B4-BE49-F238E27FC236}">
                <a16:creationId xmlns:a16="http://schemas.microsoft.com/office/drawing/2014/main" xmlns="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xmlns="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xmlns="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xmlns="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xmlns="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xmlns="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xmlns="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xmlns="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xmlns="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xmlns="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xmlns="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xmlns="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xmlns="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xmlns="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xmlns="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xmlns="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xmlns="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xmlns="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xmlns="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xmlns="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xmlns="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xmlns="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xmlns="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xmlns="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xmlns="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xmlns="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xmlns="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xmlns="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xmlns="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xmlns="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xmlns="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xmlns="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xmlns="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xmlns="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xmlns="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xmlns="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xmlns="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xmlns="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xmlns="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xmlns="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xmlns="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xmlns="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xmlns="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xmlns="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xmlns="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xmlns="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xmlns="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xmlns="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xmlns="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xmlns="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xmlns="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xmlns="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xmlns="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xmlns="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xmlns="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xmlns="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xmlns="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xmlns="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xmlns="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xmlns="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xmlns="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xmlns="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xmlns="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xmlns="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xmlns="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xmlns="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xmlns="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xmlns="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xmlns="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xmlns="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xmlns="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xmlns="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xmlns="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xmlns="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xmlns="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xmlns="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xmlns="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xmlns="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xmlns="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xmlns="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xmlns="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xmlns="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xmlns="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xmlns="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xmlns="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xmlns="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xmlns="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xmlns="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xmlns="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xmlns="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xmlns="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xmlns="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xmlns="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xmlns="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xmlns="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xmlns="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xmlns="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xmlns="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xmlns="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xmlns="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xmlns="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xmlns="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xmlns="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xmlns="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xmlns="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xmlns="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xmlns="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xmlns="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xmlns="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xmlns="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xmlns="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xmlns="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xmlns="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xmlns="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xmlns="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xmlns="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xmlns="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xmlns="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xmlns="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xmlns="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xmlns="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xmlns="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xmlns="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xmlns="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xmlns="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xmlns="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xmlns="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xmlns="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xmlns="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xmlns="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xmlns="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xmlns="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xmlns="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xmlns="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xmlns="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xmlns="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xmlns="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xmlns="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xmlns="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xmlns="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xmlns="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xmlns="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xmlns="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xmlns="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xmlns="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xmlns="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xmlns="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xmlns="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xmlns="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xmlns="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xmlns="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xmlns="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xmlns="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xmlns="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xmlns="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xmlns="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xmlns="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xmlns="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xmlns="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xmlns="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xmlns="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xmlns="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xmlns="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xmlns="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xmlns="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xmlns="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xmlns="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xmlns="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xmlns="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xmlns="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xmlns="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xmlns="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xmlns="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xmlns="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xmlns="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xmlns="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xmlns="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xmlns="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xmlns="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xmlns="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xmlns="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xmlns="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xmlns="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xmlns="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xmlns="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xmlns="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xmlns="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xmlns="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xmlns="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xmlns="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xmlns="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xmlns="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xmlns="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xmlns="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xmlns="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xmlns="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xmlns="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xmlns="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xmlns="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xmlns="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xmlns="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xmlns="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xmlns="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xmlns="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xmlns="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xmlns="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xmlns="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xmlns="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xmlns="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xmlns="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xmlns="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</p:grpSp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t-BR" noProof="0"/>
              <a:t>CLIQUE PARA EDITAR O TÍTULO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xmlns="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t-BR" noProof="0"/>
              <a:t>01/07/20XX</a:t>
            </a:r>
          </a:p>
        </p:txBody>
      </p:sp>
      <p:sp>
        <p:nvSpPr>
          <p:cNvPr id="10" name="Espaço Reservado para Texto 7">
            <a:extLst>
              <a:ext uri="{FF2B5EF4-FFF2-40B4-BE49-F238E27FC236}">
                <a16:creationId xmlns:a16="http://schemas.microsoft.com/office/drawing/2014/main" xmlns="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11" name="Espaço Reservado para Texto 7">
            <a:extLst>
              <a:ext uri="{FF2B5EF4-FFF2-40B4-BE49-F238E27FC236}">
                <a16:creationId xmlns:a16="http://schemas.microsoft.com/office/drawing/2014/main" xmlns="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TÍTULO</a:t>
            </a:r>
          </a:p>
        </p:txBody>
      </p:sp>
      <p:sp>
        <p:nvSpPr>
          <p:cNvPr id="12" name="Espaço Reservado para Texto 7">
            <a:extLst>
              <a:ext uri="{FF2B5EF4-FFF2-40B4-BE49-F238E27FC236}">
                <a16:creationId xmlns:a16="http://schemas.microsoft.com/office/drawing/2014/main" xmlns="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13" name="Espaço Reservado para Texto 7">
            <a:extLst>
              <a:ext uri="{FF2B5EF4-FFF2-40B4-BE49-F238E27FC236}">
                <a16:creationId xmlns:a16="http://schemas.microsoft.com/office/drawing/2014/main" xmlns="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TÍTULO</a:t>
            </a:r>
          </a:p>
        </p:txBody>
      </p:sp>
      <p:sp>
        <p:nvSpPr>
          <p:cNvPr id="19" name="Espaço Reservado para Texto 7">
            <a:extLst>
              <a:ext uri="{FF2B5EF4-FFF2-40B4-BE49-F238E27FC236}">
                <a16:creationId xmlns:a16="http://schemas.microsoft.com/office/drawing/2014/main" xmlns="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20" name="Espaço Reservado para Texto 7">
            <a:extLst>
              <a:ext uri="{FF2B5EF4-FFF2-40B4-BE49-F238E27FC236}">
                <a16:creationId xmlns:a16="http://schemas.microsoft.com/office/drawing/2014/main" xmlns="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TÍTULO</a:t>
            </a:r>
          </a:p>
        </p:txBody>
      </p:sp>
      <p:sp>
        <p:nvSpPr>
          <p:cNvPr id="21" name="Espaço Reservado para Texto 7">
            <a:extLst>
              <a:ext uri="{FF2B5EF4-FFF2-40B4-BE49-F238E27FC236}">
                <a16:creationId xmlns:a16="http://schemas.microsoft.com/office/drawing/2014/main" xmlns="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22" name="Espaço Reservado para Texto 7">
            <a:extLst>
              <a:ext uri="{FF2B5EF4-FFF2-40B4-BE49-F238E27FC236}">
                <a16:creationId xmlns:a16="http://schemas.microsoft.com/office/drawing/2014/main" xmlns="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EDITAR O TÍTULO</a:t>
            </a:r>
          </a:p>
        </p:txBody>
      </p:sp>
      <p:sp>
        <p:nvSpPr>
          <p:cNvPr id="15" name="Espaço Reservado para Rodapé 4">
            <a:extLst>
              <a:ext uri="{FF2B5EF4-FFF2-40B4-BE49-F238E27FC236}">
                <a16:creationId xmlns:a16="http://schemas.microsoft.com/office/drawing/2014/main" xmlns="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16" name="Espaço Reservado para o Número do Slide 5">
            <a:extLst>
              <a:ext uri="{FF2B5EF4-FFF2-40B4-BE49-F238E27FC236}">
                <a16:creationId xmlns:a16="http://schemas.microsoft.com/office/drawing/2014/main" xmlns="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</p:spTree>
    <p:extLst>
      <p:ext uri="{BB962C8B-B14F-4D97-AF65-F5344CB8AC3E}">
        <p14:creationId xmlns:p14="http://schemas.microsoft.com/office/powerpoint/2010/main" xmlns="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Visão geral do produt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Espaço Reservado para Imagem 1029" descr="ilustração abstrata colorida de edifícios&#10;">
            <a:extLst>
              <a:ext uri="{FF2B5EF4-FFF2-40B4-BE49-F238E27FC236}">
                <a16:creationId xmlns:a16="http://schemas.microsoft.com/office/drawing/2014/main" xmlns="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xmlns="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xmlns="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xmlns="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xmlns="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xmlns="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xmlns="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xmlns="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xmlns="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xmlns="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xmlns="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xmlns="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xmlns="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xmlns="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xmlns="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xmlns="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xmlns="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xmlns="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xmlns="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xmlns="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xmlns="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xmlns="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xmlns="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xmlns="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xmlns="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xmlns="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xmlns="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xmlns="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xmlns="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xmlns="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xmlns="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xmlns="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xmlns="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xmlns="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xmlns="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xmlns="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xmlns="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xmlns="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xmlns="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xmlns="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xmlns="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xmlns="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xmlns="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xmlns="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xmlns="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xmlns="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xmlns="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xmlns="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xmlns="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xmlns="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xmlns="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xmlns="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xmlns="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xmlns="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xmlns="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xmlns="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xmlns="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xmlns="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xmlns="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xmlns="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xmlns="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xmlns="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xmlns="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xmlns="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xmlns="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xmlns="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xmlns="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xmlns="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xmlns="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xmlns="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xmlns="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xmlns="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xmlns="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xmlns="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xmlns="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xmlns="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xmlns="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xmlns="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xmlns="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xmlns="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xmlns="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xmlns="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xmlns="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xmlns="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xmlns="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xmlns="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xmlns="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xmlns="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xmlns="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xmlns="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xmlns="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xmlns="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xmlns="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xmlns="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xmlns="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xmlns="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xmlns="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xmlns="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xmlns="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xmlns="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xmlns="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xmlns="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xmlns="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xmlns="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xmlns="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xmlns="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xmlns="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xmlns="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xmlns="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xmlns="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xmlns="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xmlns="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xmlns="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xmlns="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xmlns="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xmlns="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xmlns="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xmlns="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xmlns="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xmlns="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xmlns="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xmlns="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xmlns="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xmlns="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xmlns="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xmlns="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xmlns="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xmlns="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xmlns="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xmlns="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xmlns="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xmlns="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xmlns="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xmlns="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xmlns="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xmlns="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xmlns="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xmlns="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xmlns="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xmlns="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xmlns="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xmlns="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xmlns="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xmlns="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xmlns="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xmlns="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xmlns="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xmlns="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xmlns="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xmlns="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xmlns="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xmlns="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xmlns="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xmlns="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xmlns="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xmlns="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xmlns="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xmlns="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xmlns="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xmlns="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xmlns="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xmlns="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xmlns="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xmlns="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xmlns="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xmlns="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xmlns="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xmlns="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xmlns="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xmlns="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xmlns="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xmlns="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xmlns="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xmlns="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xmlns="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xmlns="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xmlns="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xmlns="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xmlns="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xmlns="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xmlns="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xmlns="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xmlns="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xmlns="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xmlns="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xmlns="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xmlns="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xmlns="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xmlns="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xmlns="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xmlns="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xmlns="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xmlns="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xmlns="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xmlns="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xmlns="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xmlns="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xmlns="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xmlns="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xmlns="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xmlns="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xmlns="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xmlns="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xmlns="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xmlns="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xmlns="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xmlns="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xmlns="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xmlns="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xmlns="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xmlns="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xmlns="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xmlns="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xmlns="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xmlns="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xmlns="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xmlns="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xmlns="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xmlns="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xmlns="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xmlns="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xmlns="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xmlns="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xmlns="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xmlns="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xmlns="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xmlns="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xmlns="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xmlns="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xmlns="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xmlns="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xmlns="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xmlns="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xmlns="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xmlns="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xmlns="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xmlns="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xmlns="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xmlns="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xmlns="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xmlns="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xmlns="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xmlns="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xmlns="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xmlns="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xmlns="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xmlns="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xmlns="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xmlns="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xmlns="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xmlns="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xmlns="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xmlns="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xmlns="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xmlns="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xmlns="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xmlns="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xmlns="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xmlns="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xmlns="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xmlns="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xmlns="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xmlns="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xmlns="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xmlns="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xmlns="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xmlns="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xmlns="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xmlns="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xmlns="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xmlns="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xmlns="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xmlns="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xmlns="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xmlns="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xmlns="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xmlns="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xmlns="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xmlns="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xmlns="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xmlns="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xmlns="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xmlns="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xmlns="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xmlns="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xmlns="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xmlns="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xmlns="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xmlns="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xmlns="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xmlns="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xmlns="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xmlns="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xmlns="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xmlns="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xmlns="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xmlns="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xmlns="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xmlns="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xmlns="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xmlns="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xmlns="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xmlns="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xmlns="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xmlns="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xmlns="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xmlns="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xmlns="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xmlns="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xmlns="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xmlns="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xmlns="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xmlns="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xmlns="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xmlns="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xmlns="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xmlns="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xmlns="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xmlns="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xmlns="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xmlns="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xmlns="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xmlns="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xmlns="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xmlns="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xmlns="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xmlns="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xmlns="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xmlns="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xmlns="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xmlns="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xmlns="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xmlns="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xmlns="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xmlns="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xmlns="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xmlns="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xmlns="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xmlns="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xmlns="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xmlns="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xmlns="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xmlns="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xmlns="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xmlns="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xmlns="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xmlns="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xmlns="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xmlns="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xmlns="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xmlns="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xmlns="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xmlns="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xmlns="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xmlns="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xmlns="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xmlns="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xmlns="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xmlns="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xmlns="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xmlns="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xmlns="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xmlns="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xmlns="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xmlns="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xmlns="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xmlns="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xmlns="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xmlns="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xmlns="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xmlns="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xmlns="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xmlns="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xmlns="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xmlns="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xmlns="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xmlns="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xmlns="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xmlns="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xmlns="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xmlns="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xmlns="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xmlns="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xmlns="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xmlns="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xmlns="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xmlns="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xmlns="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xmlns="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xmlns="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xmlns="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xmlns="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xmlns="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xmlns="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xmlns="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xmlns="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xmlns="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xmlns="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xmlns="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xmlns="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xmlns="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xmlns="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xmlns="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xmlns="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xmlns="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xmlns="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xmlns="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xmlns="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xmlns="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xmlns="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xmlns="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xmlns="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xmlns="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xmlns="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xmlns="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xmlns="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xmlns="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xmlns="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xmlns="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xmlns="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xmlns="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xmlns="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xmlns="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xmlns="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xmlns="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xmlns="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xmlns="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xmlns="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xmlns="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xmlns="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xmlns="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xmlns="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xmlns="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xmlns="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xmlns="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xmlns="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xmlns="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xmlns="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xmlns="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xmlns="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xmlns="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xmlns="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xmlns="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xmlns="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xmlns="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xmlns="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xmlns="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xmlns="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xmlns="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xmlns="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xmlns="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xmlns="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xmlns="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xmlns="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xmlns="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xmlns="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xmlns="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xmlns="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xmlns="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xmlns="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xmlns="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xmlns="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xmlns="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xmlns="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xmlns="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xmlns="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xmlns="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xmlns="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xmlns="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xmlns="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xmlns="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xmlns="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xmlns="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xmlns="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xmlns="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xmlns="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xmlns="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xmlns="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xmlns="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xmlns="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xmlns="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xmlns="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xmlns="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xmlns="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xmlns="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xmlns="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xmlns="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xmlns="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xmlns="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xmlns="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xmlns="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xmlns="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xmlns="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xmlns="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xmlns="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xmlns="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xmlns="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xmlns="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xmlns="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xmlns="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xmlns="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xmlns="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xmlns="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xmlns="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xmlns="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xmlns="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xmlns="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xmlns="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xmlns="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xmlns="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xmlns="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xmlns="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xmlns="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xmlns="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xmlns="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xmlns="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xmlns="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xmlns="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xmlns="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xmlns="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xmlns="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xmlns="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xmlns="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xmlns="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xmlns="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xmlns="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xmlns="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xmlns="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xmlns="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xmlns="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xmlns="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xmlns="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xmlns="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xmlns="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xmlns="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xmlns="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xmlns="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xmlns="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xmlns="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xmlns="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xmlns="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xmlns="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xmlns="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xmlns="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xmlns="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xmlns="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xmlns="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xmlns="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xmlns="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xmlns="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xmlns="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xmlns="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xmlns="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xmlns="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xmlns="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xmlns="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xmlns="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xmlns="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xmlns="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xmlns="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xmlns="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xmlns="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xmlns="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xmlns="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xmlns="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xmlns="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xmlns="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xmlns="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xmlns="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xmlns="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xmlns="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xmlns="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xmlns="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xmlns="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xmlns="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xmlns="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xmlns="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xmlns="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xmlns="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xmlns="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xmlns="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xmlns="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xmlns="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xmlns="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xmlns="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xmlns="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xmlns="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xmlns="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xmlns="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xmlns="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xmlns="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xmlns="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xmlns="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xmlns="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xmlns="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xmlns="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xmlns="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xmlns="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xmlns="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xmlns="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xmlns="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xmlns="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xmlns="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xmlns="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xmlns="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xmlns="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xmlns="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xmlns="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xmlns="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xmlns="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xmlns="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xmlns="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xmlns="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xmlns="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xmlns="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xmlns="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xmlns="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xmlns="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xmlns="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xmlns="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xmlns="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xmlns="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xmlns="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xmlns="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xmlns="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xmlns="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xmlns="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xmlns="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xmlns="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xmlns="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xmlns="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xmlns="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xmlns="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xmlns="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xmlns="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xmlns="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xmlns="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xmlns="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xmlns="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xmlns="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xmlns="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xmlns="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xmlns="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xmlns="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xmlns="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xmlns="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xmlns="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xmlns="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xmlns="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xmlns="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xmlns="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xmlns="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xmlns="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xmlns="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xmlns="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xmlns="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xmlns="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xmlns="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xmlns="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xmlns="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xmlns="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xmlns="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xmlns="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xmlns="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xmlns="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xmlns="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xmlns="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xmlns="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xmlns="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xmlns="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xmlns="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xmlns="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xmlns="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xmlns="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xmlns="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xmlns="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xmlns="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xmlns="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xmlns="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xmlns="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xmlns="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xmlns="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xmlns="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xmlns="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xmlns="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xmlns="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xmlns="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xmlns="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xmlns="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xmlns="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xmlns="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xmlns="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xmlns="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xmlns="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xmlns="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xmlns="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xmlns="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xmlns="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xmlns="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xmlns="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xmlns="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xmlns="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xmlns="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xmlns="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xmlns="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xmlns="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xmlns="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xmlns="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xmlns="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xmlns="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xmlns="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xmlns="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xmlns="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xmlns="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xmlns="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xmlns="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xmlns="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xmlns="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xmlns="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xmlns="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xmlns="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xmlns="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xmlns="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xmlns="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xmlns="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xmlns="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xmlns="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xmlns="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xmlns="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xmlns="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xmlns="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xmlns="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xmlns="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xmlns="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xmlns="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xmlns="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xmlns="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xmlns="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xmlns="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xmlns="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xmlns="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xmlns="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xmlns="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xmlns="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xmlns="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xmlns="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xmlns="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xmlns="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xmlns="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xmlns="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xmlns="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xmlns="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xmlns="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xmlns="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xmlns="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xmlns="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xmlns="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xmlns="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xmlns="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xmlns="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xmlns="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xmlns="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xmlns="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xmlns="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xmlns="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xmlns="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xmlns="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xmlns="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xmlns="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xmlns="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xmlns="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xmlns="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xmlns="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xmlns="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xmlns="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xmlns="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xmlns="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xmlns="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xmlns="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xmlns="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xmlns="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xmlns="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xmlns="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xmlns="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xmlns="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xmlns="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xmlns="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xmlns="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xmlns="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xmlns="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xmlns="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xmlns="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xmlns="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xmlns="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xmlns="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xmlns="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xmlns="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xmlns="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xmlns="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xmlns="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xmlns="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xmlns="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xmlns="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xmlns="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xmlns="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xmlns="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xmlns="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xmlns="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xmlns="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xmlns="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xmlns="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xmlns="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xmlns="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xmlns="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xmlns="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xmlns="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xmlns="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xmlns="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xmlns="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xmlns="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xmlns="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xmlns="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xmlns="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xmlns="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xmlns="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xmlns="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xmlns="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xmlns="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xmlns="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xmlns="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xmlns="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xmlns="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xmlns="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xmlns="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xmlns="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xmlns="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xmlns="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xmlns="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xmlns="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xmlns="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xmlns="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xmlns="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xmlns="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xmlns="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xmlns="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xmlns="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xmlns="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xmlns="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xmlns="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xmlns="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xmlns="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xmlns="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xmlns="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xmlns="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xmlns="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xmlns="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xmlns="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xmlns="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xmlns="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xmlns="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xmlns="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xmlns="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xmlns="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xmlns="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xmlns="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xmlns="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xmlns="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xmlns="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xmlns="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xmlns="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xmlns="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xmlns="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xmlns="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xmlns="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xmlns="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xmlns="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xmlns="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xmlns="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xmlns="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xmlns="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xmlns="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xmlns="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xmlns="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xmlns="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xmlns="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xmlns="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xmlns="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xmlns="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xmlns="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xmlns="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xmlns="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xmlns="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xmlns="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xmlns="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xmlns="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xmlns="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xmlns="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xmlns="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xmlns="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xmlns="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xmlns="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xmlns="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xmlns="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xmlns="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xmlns="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xmlns="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xmlns="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xmlns="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xmlns="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xmlns="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xmlns="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xmlns="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xmlns="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xmlns="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xmlns="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xmlns="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xmlns="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xmlns="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xmlns="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xmlns="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xmlns="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xmlns="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xmlns="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xmlns="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xmlns="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xmlns="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xmlns="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xmlns="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xmlns="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xmlns="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xmlns="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xmlns="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xmlns="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xmlns="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xmlns="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xmlns="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xmlns="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xmlns="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xmlns="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xmlns="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xmlns="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xmlns="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xmlns="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xmlns="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xmlns="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xmlns="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xmlns="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xmlns="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xmlns="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xmlns="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xmlns="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xmlns="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xmlns="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xmlns="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xmlns="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xmlns="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xmlns="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xmlns="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xmlns="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xmlns="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xmlns="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xmlns="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xmlns="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xmlns="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xmlns="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xmlns="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xmlns="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xmlns="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xmlns="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xmlns="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xmlns="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xmlns="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xmlns="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xmlns="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xmlns="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xmlns="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xmlns="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xmlns="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xmlns="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xmlns="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xmlns="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xmlns="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xmlns="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xmlns="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xmlns="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xmlns="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xmlns="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xmlns="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xmlns="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xmlns="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xmlns="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xmlns="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xmlns="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xmlns="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xmlns="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xmlns="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xmlns="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xmlns="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xmlns="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xmlns="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xmlns="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xmlns="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xmlns="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xmlns="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xmlns="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xmlns="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xmlns="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xmlns="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xmlns="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xmlns="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xmlns="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xmlns="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xmlns="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xmlns="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xmlns="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xmlns="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xmlns="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xmlns="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xmlns="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xmlns="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</p:grpSp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t-BR" noProof="0"/>
              <a:t>CLIQUE PARA EDITAR O TÍTULO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xmlns="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pt-BR" noProof="0"/>
              <a:t>01/07/20XX</a:t>
            </a:r>
          </a:p>
        </p:txBody>
      </p:sp>
      <p:sp>
        <p:nvSpPr>
          <p:cNvPr id="6" name="Espaço Reservado para o Número do Slide 5">
            <a:extLst>
              <a:ext uri="{FF2B5EF4-FFF2-40B4-BE49-F238E27FC236}">
                <a16:creationId xmlns:a16="http://schemas.microsoft.com/office/drawing/2014/main" xmlns="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  <p:sp>
        <p:nvSpPr>
          <p:cNvPr id="10" name="Espaço Reservado para Texto 9">
            <a:extLst>
              <a:ext uri="{FF2B5EF4-FFF2-40B4-BE49-F238E27FC236}">
                <a16:creationId xmlns:a16="http://schemas.microsoft.com/office/drawing/2014/main" xmlns="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sp>
        <p:nvSpPr>
          <p:cNvPr id="21" name="Espaço Reservado para Texto 9">
            <a:extLst>
              <a:ext uri="{FF2B5EF4-FFF2-40B4-BE49-F238E27FC236}">
                <a16:creationId xmlns:a16="http://schemas.microsoft.com/office/drawing/2014/main" xmlns="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sp>
        <p:nvSpPr>
          <p:cNvPr id="17" name="Espaço Reservado para Texto 9">
            <a:extLst>
              <a:ext uri="{FF2B5EF4-FFF2-40B4-BE49-F238E27FC236}">
                <a16:creationId xmlns:a16="http://schemas.microsoft.com/office/drawing/2014/main" xmlns="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sp>
        <p:nvSpPr>
          <p:cNvPr id="18" name="Espaço Reservado para Texto 9">
            <a:extLst>
              <a:ext uri="{FF2B5EF4-FFF2-40B4-BE49-F238E27FC236}">
                <a16:creationId xmlns:a16="http://schemas.microsoft.com/office/drawing/2014/main" xmlns="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sp>
        <p:nvSpPr>
          <p:cNvPr id="19" name="Espaço Reservado para Texto 9">
            <a:extLst>
              <a:ext uri="{FF2B5EF4-FFF2-40B4-BE49-F238E27FC236}">
                <a16:creationId xmlns:a16="http://schemas.microsoft.com/office/drawing/2014/main" xmlns="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sp>
        <p:nvSpPr>
          <p:cNvPr id="22" name="Espaço Reservado para Texto 9">
            <a:extLst>
              <a:ext uri="{FF2B5EF4-FFF2-40B4-BE49-F238E27FC236}">
                <a16:creationId xmlns:a16="http://schemas.microsoft.com/office/drawing/2014/main" xmlns="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sp>
        <p:nvSpPr>
          <p:cNvPr id="23" name="Espaço Reservado para Texto 9">
            <a:extLst>
              <a:ext uri="{FF2B5EF4-FFF2-40B4-BE49-F238E27FC236}">
                <a16:creationId xmlns:a16="http://schemas.microsoft.com/office/drawing/2014/main" xmlns="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sp>
        <p:nvSpPr>
          <p:cNvPr id="24" name="Espaço Reservado para Texto 9">
            <a:extLst>
              <a:ext uri="{FF2B5EF4-FFF2-40B4-BE49-F238E27FC236}">
                <a16:creationId xmlns:a16="http://schemas.microsoft.com/office/drawing/2014/main" xmlns="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xmlns="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pt-BR" noProof="0"/>
              <a:t>Título da apresentação</a:t>
            </a:r>
          </a:p>
        </p:txBody>
      </p:sp>
    </p:spTree>
    <p:extLst>
      <p:ext uri="{BB962C8B-B14F-4D97-AF65-F5344CB8AC3E}">
        <p14:creationId xmlns:p14="http://schemas.microsoft.com/office/powerpoint/2010/main" xmlns="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Benefícios do prod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tângulo 9">
            <a:extLst>
              <a:ext uri="{FF2B5EF4-FFF2-40B4-BE49-F238E27FC236}">
                <a16:creationId xmlns:a16="http://schemas.microsoft.com/office/drawing/2014/main" xmlns="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cxnSp>
        <p:nvCxnSpPr>
          <p:cNvPr id="27" name="Conector Reto 26">
            <a:extLst>
              <a:ext uri="{FF2B5EF4-FFF2-40B4-BE49-F238E27FC236}">
                <a16:creationId xmlns:a16="http://schemas.microsoft.com/office/drawing/2014/main" xmlns="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t-BR" noProof="0"/>
              <a:t>CLIQUE PARA EDITAR O TÍTULO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xmlns="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t-BR" noProof="0"/>
              <a:t>1/7/20XX</a:t>
            </a:r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xmlns="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6" name="Espaço Reservado para o Número do Slide 5">
            <a:extLst>
              <a:ext uri="{FF2B5EF4-FFF2-40B4-BE49-F238E27FC236}">
                <a16:creationId xmlns:a16="http://schemas.microsoft.com/office/drawing/2014/main" xmlns="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  <p:sp>
        <p:nvSpPr>
          <p:cNvPr id="13" name="Espaço Reservado para Conteúdo 12">
            <a:extLst>
              <a:ext uri="{FF2B5EF4-FFF2-40B4-BE49-F238E27FC236}">
                <a16:creationId xmlns:a16="http://schemas.microsoft.com/office/drawing/2014/main" xmlns="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t-BR" noProof="0"/>
              <a:t>ícone</a:t>
            </a:r>
          </a:p>
        </p:txBody>
      </p:sp>
      <p:sp>
        <p:nvSpPr>
          <p:cNvPr id="19" name="Espaço Reservado para Conteúdo 12">
            <a:extLst>
              <a:ext uri="{FF2B5EF4-FFF2-40B4-BE49-F238E27FC236}">
                <a16:creationId xmlns:a16="http://schemas.microsoft.com/office/drawing/2014/main" xmlns="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t-BR" noProof="0"/>
              <a:t>ícone</a:t>
            </a:r>
          </a:p>
        </p:txBody>
      </p:sp>
      <p:sp>
        <p:nvSpPr>
          <p:cNvPr id="22" name="Espaço Reservado para Conteúdo 12">
            <a:extLst>
              <a:ext uri="{FF2B5EF4-FFF2-40B4-BE49-F238E27FC236}">
                <a16:creationId xmlns:a16="http://schemas.microsoft.com/office/drawing/2014/main" xmlns="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t-BR" noProof="0"/>
              <a:t>ícone</a:t>
            </a:r>
          </a:p>
        </p:txBody>
      </p:sp>
      <p:sp>
        <p:nvSpPr>
          <p:cNvPr id="23" name="Espaço Reservado para Texto 16">
            <a:extLst>
              <a:ext uri="{FF2B5EF4-FFF2-40B4-BE49-F238E27FC236}">
                <a16:creationId xmlns:a16="http://schemas.microsoft.com/office/drawing/2014/main" xmlns="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Descrição da Seção</a:t>
            </a:r>
          </a:p>
        </p:txBody>
      </p:sp>
      <p:sp>
        <p:nvSpPr>
          <p:cNvPr id="34" name="Espaço Reservado para Texto 16">
            <a:extLst>
              <a:ext uri="{FF2B5EF4-FFF2-40B4-BE49-F238E27FC236}">
                <a16:creationId xmlns:a16="http://schemas.microsoft.com/office/drawing/2014/main" xmlns="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Descrição da Seção</a:t>
            </a:r>
          </a:p>
        </p:txBody>
      </p:sp>
      <p:sp>
        <p:nvSpPr>
          <p:cNvPr id="35" name="Espaço Reservado para Texto 16">
            <a:extLst>
              <a:ext uri="{FF2B5EF4-FFF2-40B4-BE49-F238E27FC236}">
                <a16:creationId xmlns:a16="http://schemas.microsoft.com/office/drawing/2014/main" xmlns="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Descrição da Seção</a:t>
            </a:r>
          </a:p>
        </p:txBody>
      </p:sp>
    </p:spTree>
    <p:extLst>
      <p:ext uri="{BB962C8B-B14F-4D97-AF65-F5344CB8AC3E}">
        <p14:creationId xmlns:p14="http://schemas.microsoft.com/office/powerpoint/2010/main" xmlns="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abeçalho de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pt-BR" noProof="0"/>
              <a:t>CLIQUE PARA EDITAR O TÍTULO</a:t>
            </a:r>
          </a:p>
        </p:txBody>
      </p:sp>
      <p:grpSp>
        <p:nvGrpSpPr>
          <p:cNvPr id="7" name="Espaço Reservado para Imagem 795" descr="ilustração abstrata colorida de edifícios&#10;">
            <a:extLst>
              <a:ext uri="{FF2B5EF4-FFF2-40B4-BE49-F238E27FC236}">
                <a16:creationId xmlns:a16="http://schemas.microsoft.com/office/drawing/2014/main" xmlns="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xmlns="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xmlns="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xmlns="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xmlns="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xmlns="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xmlns="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xmlns="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xmlns="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xmlns="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xmlns="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xmlns="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xmlns="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xmlns="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xmlns="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xmlns="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xmlns="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xmlns="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xmlns="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xmlns="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xmlns="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xmlns="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xmlns="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xmlns="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xmlns="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xmlns="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xmlns="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xmlns="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xmlns="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xmlns="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xmlns="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xmlns="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xmlns="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xmlns="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xmlns="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xmlns="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xmlns="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xmlns="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xmlns="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xmlns="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xmlns="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xmlns="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xmlns="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xmlns="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xmlns="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xmlns="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xmlns="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xmlns="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xmlns="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xmlns="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xmlns="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xmlns="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xmlns="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xmlns="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xmlns="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xmlns="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xmlns="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xmlns="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xmlns="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xmlns="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xmlns="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xmlns="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xmlns="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xmlns="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xmlns="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xmlns="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xmlns="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xmlns="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xmlns="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xmlns="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xmlns="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xmlns="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xmlns="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xmlns="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xmlns="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xmlns="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xmlns="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xmlns="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xmlns="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xmlns="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xmlns="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xmlns="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xmlns="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xmlns="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xmlns="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xmlns="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xmlns="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xmlns="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xmlns="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xmlns="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xmlns="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xmlns="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xmlns="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xmlns="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xmlns="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xmlns="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xmlns="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xmlns="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xmlns="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xmlns="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xmlns="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xmlns="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xmlns="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xmlns="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xmlns="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xmlns="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xmlns="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xmlns="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xmlns="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xmlns="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xmlns="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xmlns="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xmlns="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xmlns="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xmlns="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xmlns="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xmlns="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xmlns="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xmlns="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xmlns="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xmlns="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xmlns="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xmlns="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xmlns="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xmlns="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xmlns="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xmlns="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xmlns="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xmlns="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xmlns="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xmlns="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xmlns="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xmlns="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xmlns="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xmlns="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xmlns="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xmlns="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xmlns="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xmlns="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xmlns="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xmlns="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xmlns="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xmlns="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xmlns="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xmlns="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xmlns="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xmlns="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xmlns="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xmlns="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xmlns="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xmlns="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xmlns="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xmlns="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xmlns="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xmlns="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xmlns="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xmlns="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xmlns="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xmlns="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xmlns="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xmlns="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xmlns="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xmlns="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xmlns="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xmlns="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xmlns="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xmlns="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xmlns="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xmlns="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xmlns="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xmlns="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xmlns="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xmlns="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xmlns="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xmlns="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xmlns="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xmlns="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xmlns="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xmlns="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xmlns="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xmlns="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xmlns="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xmlns="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xmlns="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xmlns="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xmlns="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xmlns="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xmlns="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xmlns="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xmlns="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xmlns="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xmlns="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xmlns="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xmlns="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xmlns="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xmlns="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xmlns="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xmlns="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xmlns="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xmlns="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xmlns="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xmlns="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xmlns="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xmlns="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xmlns="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xmlns="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xmlns="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xmlns="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xmlns="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xmlns="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xmlns="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xmlns="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xmlns="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xmlns="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xmlns="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xmlns="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xmlns="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xmlns="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xmlns="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xmlns="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xmlns="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xmlns="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xmlns="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xmlns="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xmlns="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xmlns="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xmlns="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xmlns="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xmlns="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xmlns="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xmlns="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xmlns="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xmlns="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xmlns="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xmlns="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xmlns="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xmlns="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xmlns="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xmlns="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xmlns="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xmlns="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xmlns="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xmlns="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xmlns="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xmlns="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xmlns="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xmlns="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xmlns="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xmlns="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xmlns="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xmlns="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xmlns="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xmlns="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xmlns="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xmlns="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xmlns="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xmlns="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xmlns="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xmlns="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xmlns="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xmlns="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xmlns="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xmlns="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xmlns="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xmlns="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xmlns="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xmlns="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xmlns="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xmlns="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xmlns="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xmlns="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xmlns="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xmlns="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xmlns="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xmlns="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xmlns="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xmlns="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xmlns="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xmlns="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xmlns="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xmlns="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xmlns="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xmlns="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xmlns="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xmlns="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xmlns="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xmlns="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xmlns="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xmlns="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xmlns="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xmlns="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xmlns="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xmlns="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xmlns="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xmlns="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xmlns="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xmlns="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xmlns="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xmlns="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xmlns="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xmlns="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xmlns="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xmlns="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xmlns="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xmlns="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xmlns="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xmlns="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xmlns="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xmlns="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xmlns="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xmlns="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xmlns="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xmlns="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xmlns="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xmlns="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xmlns="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xmlns="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xmlns="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xmlns="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xmlns="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xmlns="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xmlns="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xmlns="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xmlns="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xmlns="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xmlns="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xmlns="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xmlns="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xmlns="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xmlns="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xmlns="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xmlns="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xmlns="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xmlns="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xmlns="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xmlns="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xmlns="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xmlns="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xmlns="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xmlns="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xmlns="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xmlns="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xmlns="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xmlns="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xmlns="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xmlns="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xmlns="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xmlns="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xmlns="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xmlns="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xmlns="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xmlns="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xmlns="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xmlns="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xmlns="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xmlns="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xmlns="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xmlns="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xmlns="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xmlns="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xmlns="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xmlns="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xmlns="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xmlns="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xmlns="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xmlns="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xmlns="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xmlns="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xmlns="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xmlns="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xmlns="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xmlns="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xmlns="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xmlns="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xmlns="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xmlns="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xmlns="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xmlns="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xmlns="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xmlns="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xmlns="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xmlns="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xmlns="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xmlns="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xmlns="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xmlns="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xmlns="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xmlns="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xmlns="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xmlns="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xmlns="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xmlns="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xmlns="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xmlns="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xmlns="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xmlns="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xmlns="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xmlns="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xmlns="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xmlns="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xmlns="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xmlns="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xmlns="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xmlns="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xmlns="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xmlns="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xmlns="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xmlns="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xmlns="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xmlns="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xmlns="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xmlns="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xmlns="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xmlns="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xmlns="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xmlns="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xmlns="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xmlns="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xmlns="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xmlns="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xmlns="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xmlns="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xmlns="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xmlns="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xmlns="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xmlns="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xmlns="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xmlns="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xmlns="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xmlns="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xmlns="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xmlns="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xmlns="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xmlns="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xmlns="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xmlns="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xmlns="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xmlns="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xmlns="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xmlns="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xmlns="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xmlns="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xmlns="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xmlns="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xmlns="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xmlns="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xmlns="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xmlns="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xmlns="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xmlns="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xmlns="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xmlns="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xmlns="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xmlns="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xmlns="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xmlns="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xmlns="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xmlns="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xmlns="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xmlns="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xmlns="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xmlns="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xmlns="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xmlns="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xmlns="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xmlns="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xmlns="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xmlns="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xmlns="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xmlns="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xmlns="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xmlns="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xmlns="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xmlns="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xmlns="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xmlns="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xmlns="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xmlns="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xmlns="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xmlns="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xmlns="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xmlns="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xmlns="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xmlns="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xmlns="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xmlns="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xmlns="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xmlns="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xmlns="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xmlns="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xmlns="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xmlns="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xmlns="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xmlns="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xmlns="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xmlns="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xmlns="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xmlns="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xmlns="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xmlns="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xmlns="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xmlns="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xmlns="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xmlns="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xmlns="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xmlns="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xmlns="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xmlns="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xmlns="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xmlns="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xmlns="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xmlns="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xmlns="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xmlns="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xmlns="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xmlns="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xmlns="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xmlns="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xmlns="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xmlns="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xmlns="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xmlns="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xmlns="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xmlns="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xmlns="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xmlns="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xmlns="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xmlns="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xmlns="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xmlns="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xmlns="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xmlns="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xmlns="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xmlns="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xmlns="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xmlns="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xmlns="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xmlns="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xmlns="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xmlns="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xmlns="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xmlns="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xmlns="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xmlns="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xmlns="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xmlns="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xmlns="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xmlns="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xmlns="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xmlns="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xmlns="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xmlns="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xmlns="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xmlns="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xmlns="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xmlns="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xmlns="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xmlns="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xmlns="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xmlns="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xmlns="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xmlns="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xmlns="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xmlns="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xmlns="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xmlns="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xmlns="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xmlns="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xmlns="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xmlns="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xmlns="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xmlns="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xmlns="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xmlns="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xmlns="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xmlns="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xmlns="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xmlns="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xmlns="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xmlns="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xmlns="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xmlns="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xmlns="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xmlns="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xmlns="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xmlns="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xmlns="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xmlns="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xmlns="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xmlns="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xmlns="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xmlns="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xmlns="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xmlns="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xmlns="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xmlns="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xmlns="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xmlns="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xmlns="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xmlns="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xmlns="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xmlns="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xmlns="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xmlns="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xmlns="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xmlns="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xmlns="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xmlns="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xmlns="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xmlns="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xmlns="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xmlns="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xmlns="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xmlns="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xmlns="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xmlns="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xmlns="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xmlns="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xmlns="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xmlns="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xmlns="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xmlns="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xmlns="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xmlns="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xmlns="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xmlns="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xmlns="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xmlns="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xmlns="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xmlns="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xmlns="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xmlns="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xmlns="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xmlns="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xmlns="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xmlns="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xmlns="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xmlns="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xmlns="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xmlns="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xmlns="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xmlns="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xmlns="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xmlns="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xmlns="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xmlns="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xmlns="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xmlns="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xmlns="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xmlns="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xmlns="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xmlns="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xmlns="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xmlns="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xmlns="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xmlns="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xmlns="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xmlns="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xmlns="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xmlns="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xmlns="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xmlns="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xmlns="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xmlns="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xmlns="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xmlns="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xmlns="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xmlns="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xmlns="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xmlns="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xmlns="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xmlns="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xmlns="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xmlns="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xmlns="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xmlns="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xmlns="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xmlns="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xmlns="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xmlns="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xmlns="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xmlns="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xmlns="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xmlns="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xmlns="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xmlns="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xmlns="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xmlns="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xmlns="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xmlns="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xmlns="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xmlns="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xmlns="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xmlns="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xmlns="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xmlns="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xmlns="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xmlns="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xmlns="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xmlns="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xmlns="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xmlns="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xmlns="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xmlns="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xmlns="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xmlns="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xmlns="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xmlns="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xmlns="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xmlns="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xmlns="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xmlns="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xmlns="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xmlns="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xmlns="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xmlns="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xmlns="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xmlns="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xmlns="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xmlns="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xmlns="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xmlns="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xmlns="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xmlns="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xmlns="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xmlns="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xmlns="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xmlns="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xmlns="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xmlns="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</p:grpSp>
    </p:spTree>
    <p:extLst>
      <p:ext uri="{BB962C8B-B14F-4D97-AF65-F5344CB8AC3E}">
        <p14:creationId xmlns:p14="http://schemas.microsoft.com/office/powerpoint/2010/main" xmlns="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Modelo de negóci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 9">
            <a:extLst>
              <a:ext uri="{FF2B5EF4-FFF2-40B4-BE49-F238E27FC236}">
                <a16:creationId xmlns:a16="http://schemas.microsoft.com/office/drawing/2014/main" xmlns="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cxnSp>
        <p:nvCxnSpPr>
          <p:cNvPr id="8" name="Conector Reto 7">
            <a:extLst>
              <a:ext uri="{FF2B5EF4-FFF2-40B4-BE49-F238E27FC236}">
                <a16:creationId xmlns:a16="http://schemas.microsoft.com/office/drawing/2014/main" xmlns="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t-BR" noProof="0"/>
              <a:t>CLIQUE PARA EDITAR O TÍTULO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xmlns="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t-BR" noProof="0"/>
              <a:t>1/7/20XX</a:t>
            </a:r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xmlns="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6" name="Espaço Reservado para o Número do Slide 5">
            <a:extLst>
              <a:ext uri="{FF2B5EF4-FFF2-40B4-BE49-F238E27FC236}">
                <a16:creationId xmlns:a16="http://schemas.microsoft.com/office/drawing/2014/main" xmlns="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  <p:sp>
        <p:nvSpPr>
          <p:cNvPr id="13" name="Espaço Reservado para Conteúdo 12">
            <a:extLst>
              <a:ext uri="{FF2B5EF4-FFF2-40B4-BE49-F238E27FC236}">
                <a16:creationId xmlns:a16="http://schemas.microsoft.com/office/drawing/2014/main" xmlns="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t-BR" noProof="0"/>
              <a:t>ícone</a:t>
            </a:r>
          </a:p>
        </p:txBody>
      </p:sp>
      <p:sp>
        <p:nvSpPr>
          <p:cNvPr id="17" name="Espaço Reservado para Texto 16">
            <a:extLst>
              <a:ext uri="{FF2B5EF4-FFF2-40B4-BE49-F238E27FC236}">
                <a16:creationId xmlns:a16="http://schemas.microsoft.com/office/drawing/2014/main" xmlns="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Descrição da Seção</a:t>
            </a:r>
          </a:p>
        </p:txBody>
      </p:sp>
      <p:sp>
        <p:nvSpPr>
          <p:cNvPr id="19" name="Espaço Reservado para Conteúdo 12">
            <a:extLst>
              <a:ext uri="{FF2B5EF4-FFF2-40B4-BE49-F238E27FC236}">
                <a16:creationId xmlns:a16="http://schemas.microsoft.com/office/drawing/2014/main" xmlns="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t-BR" noProof="0"/>
              <a:t>ícone</a:t>
            </a:r>
          </a:p>
        </p:txBody>
      </p:sp>
      <p:sp>
        <p:nvSpPr>
          <p:cNvPr id="20" name="Espaço Reservado para Texto 16">
            <a:extLst>
              <a:ext uri="{FF2B5EF4-FFF2-40B4-BE49-F238E27FC236}">
                <a16:creationId xmlns:a16="http://schemas.microsoft.com/office/drawing/2014/main" xmlns="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Descrição da Seção</a:t>
            </a:r>
          </a:p>
        </p:txBody>
      </p:sp>
      <p:sp>
        <p:nvSpPr>
          <p:cNvPr id="22" name="Espaço Reservado para Conteúdo 12">
            <a:extLst>
              <a:ext uri="{FF2B5EF4-FFF2-40B4-BE49-F238E27FC236}">
                <a16:creationId xmlns:a16="http://schemas.microsoft.com/office/drawing/2014/main" xmlns="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t-BR" noProof="0"/>
              <a:t>ícone</a:t>
            </a:r>
          </a:p>
        </p:txBody>
      </p:sp>
      <p:sp>
        <p:nvSpPr>
          <p:cNvPr id="23" name="Espaço Reservado para Texto 16">
            <a:extLst>
              <a:ext uri="{FF2B5EF4-FFF2-40B4-BE49-F238E27FC236}">
                <a16:creationId xmlns:a16="http://schemas.microsoft.com/office/drawing/2014/main" xmlns="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Descrição da Seção</a:t>
            </a:r>
          </a:p>
        </p:txBody>
      </p:sp>
      <p:sp>
        <p:nvSpPr>
          <p:cNvPr id="15" name="Espaço Reservado para Texto 8">
            <a:extLst>
              <a:ext uri="{FF2B5EF4-FFF2-40B4-BE49-F238E27FC236}">
                <a16:creationId xmlns:a16="http://schemas.microsoft.com/office/drawing/2014/main" xmlns="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t-BR" noProof="0"/>
              <a:t>MARCADOR 2</a:t>
            </a:r>
          </a:p>
        </p:txBody>
      </p:sp>
      <p:sp>
        <p:nvSpPr>
          <p:cNvPr id="16" name="Espaço Reservado para Texto 8">
            <a:extLst>
              <a:ext uri="{FF2B5EF4-FFF2-40B4-BE49-F238E27FC236}">
                <a16:creationId xmlns:a16="http://schemas.microsoft.com/office/drawing/2014/main" xmlns="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t-BR" noProof="0"/>
              <a:t>MARCADOR 3</a:t>
            </a:r>
          </a:p>
        </p:txBody>
      </p:sp>
      <p:sp>
        <p:nvSpPr>
          <p:cNvPr id="24" name="Espaço Reservado para Texto 8">
            <a:extLst>
              <a:ext uri="{FF2B5EF4-FFF2-40B4-BE49-F238E27FC236}">
                <a16:creationId xmlns:a16="http://schemas.microsoft.com/office/drawing/2014/main" xmlns="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t-BR" noProof="0"/>
              <a:t>MARCADOR 4</a:t>
            </a:r>
          </a:p>
        </p:txBody>
      </p:sp>
      <p:cxnSp>
        <p:nvCxnSpPr>
          <p:cNvPr id="10" name="Conector Reto 9">
            <a:extLst>
              <a:ext uri="{FF2B5EF4-FFF2-40B4-BE49-F238E27FC236}">
                <a16:creationId xmlns:a16="http://schemas.microsoft.com/office/drawing/2014/main" xmlns="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Conector Reto 10">
            <a:extLst>
              <a:ext uri="{FF2B5EF4-FFF2-40B4-BE49-F238E27FC236}">
                <a16:creationId xmlns:a16="http://schemas.microsoft.com/office/drawing/2014/main" xmlns="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Conector Reto 11">
            <a:extLst>
              <a:ext uri="{FF2B5EF4-FFF2-40B4-BE49-F238E27FC236}">
                <a16:creationId xmlns:a16="http://schemas.microsoft.com/office/drawing/2014/main" xmlns="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xmlns="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Visão geral do merc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tângulo 9">
            <a:extLst>
              <a:ext uri="{FF2B5EF4-FFF2-40B4-BE49-F238E27FC236}">
                <a16:creationId xmlns:a16="http://schemas.microsoft.com/office/drawing/2014/main" xmlns="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cxnSp>
        <p:nvCxnSpPr>
          <p:cNvPr id="11" name="Conector Reto 10">
            <a:extLst>
              <a:ext uri="{FF2B5EF4-FFF2-40B4-BE49-F238E27FC236}">
                <a16:creationId xmlns:a16="http://schemas.microsoft.com/office/drawing/2014/main" xmlns="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t-BR" noProof="0"/>
              <a:t>Clique para editar o estilo de título Mestre</a:t>
            </a:r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xmlns="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7" name="Espaço Reservado para o Número do Slide 6">
            <a:extLst>
              <a:ext uri="{FF2B5EF4-FFF2-40B4-BE49-F238E27FC236}">
                <a16:creationId xmlns:a16="http://schemas.microsoft.com/office/drawing/2014/main" xmlns="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t-BR" noProof="0" smtClean="0"/>
              <a:pPr rtl="0"/>
              <a:t>‹nº›</a:t>
            </a:fld>
            <a:endParaRPr lang="pt-BR" noProof="0"/>
          </a:p>
        </p:txBody>
      </p:sp>
      <p:sp>
        <p:nvSpPr>
          <p:cNvPr id="16" name="Espaço Reservado para Texto 3">
            <a:extLst>
              <a:ext uri="{FF2B5EF4-FFF2-40B4-BE49-F238E27FC236}">
                <a16:creationId xmlns:a16="http://schemas.microsoft.com/office/drawing/2014/main" xmlns="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pt-BR" noProof="0"/>
              <a:t>1</a:t>
            </a:r>
          </a:p>
        </p:txBody>
      </p:sp>
      <p:sp>
        <p:nvSpPr>
          <p:cNvPr id="17" name="Espaço Reservado para Texto 9">
            <a:extLst>
              <a:ext uri="{FF2B5EF4-FFF2-40B4-BE49-F238E27FC236}">
                <a16:creationId xmlns:a16="http://schemas.microsoft.com/office/drawing/2014/main" xmlns="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t-BR" noProof="0"/>
              <a:t>2</a:t>
            </a:r>
          </a:p>
        </p:txBody>
      </p:sp>
      <p:sp>
        <p:nvSpPr>
          <p:cNvPr id="18" name="Espaço Reservado para Texto 9">
            <a:extLst>
              <a:ext uri="{FF2B5EF4-FFF2-40B4-BE49-F238E27FC236}">
                <a16:creationId xmlns:a16="http://schemas.microsoft.com/office/drawing/2014/main" xmlns="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t-BR" noProof="0"/>
              <a:t>3</a:t>
            </a:r>
          </a:p>
        </p:txBody>
      </p:sp>
      <p:sp>
        <p:nvSpPr>
          <p:cNvPr id="20" name="Espaço Reservado para Texto 5">
            <a:extLst>
              <a:ext uri="{FF2B5EF4-FFF2-40B4-BE49-F238E27FC236}">
                <a16:creationId xmlns:a16="http://schemas.microsoft.com/office/drawing/2014/main" xmlns="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Descrição da Seção</a:t>
            </a:r>
          </a:p>
        </p:txBody>
      </p:sp>
      <p:sp>
        <p:nvSpPr>
          <p:cNvPr id="21" name="Espaço Reservado para Texto 9">
            <a:extLst>
              <a:ext uri="{FF2B5EF4-FFF2-40B4-BE49-F238E27FC236}">
                <a16:creationId xmlns:a16="http://schemas.microsoft.com/office/drawing/2014/main" xmlns="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Descrição da Seção</a:t>
            </a:r>
          </a:p>
        </p:txBody>
      </p:sp>
      <p:sp>
        <p:nvSpPr>
          <p:cNvPr id="9" name="Espaço Reservado para Texto 8">
            <a:extLst>
              <a:ext uri="{FF2B5EF4-FFF2-40B4-BE49-F238E27FC236}">
                <a16:creationId xmlns:a16="http://schemas.microsoft.com/office/drawing/2014/main" xmlns="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Descrição da Seção</a:t>
            </a:r>
          </a:p>
        </p:txBody>
      </p:sp>
      <p:sp>
        <p:nvSpPr>
          <p:cNvPr id="24" name="Espaço Reservado para Data 2">
            <a:extLst>
              <a:ext uri="{FF2B5EF4-FFF2-40B4-BE49-F238E27FC236}">
                <a16:creationId xmlns:a16="http://schemas.microsoft.com/office/drawing/2014/main" xmlns="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t-BR" noProof="0"/>
              <a:t>01/07/20XX</a:t>
            </a:r>
          </a:p>
        </p:txBody>
      </p:sp>
    </p:spTree>
    <p:extLst>
      <p:ext uri="{BB962C8B-B14F-4D97-AF65-F5344CB8AC3E}">
        <p14:creationId xmlns:p14="http://schemas.microsoft.com/office/powerpoint/2010/main" xmlns="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mparação de Merc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t-BR" noProof="0"/>
              <a:t>CLIQUE PARA EDITAR O TÍTULO</a:t>
            </a:r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xmlns="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7" name="Espaço Reservado para o Número do Slide 6">
            <a:extLst>
              <a:ext uri="{FF2B5EF4-FFF2-40B4-BE49-F238E27FC236}">
                <a16:creationId xmlns:a16="http://schemas.microsoft.com/office/drawing/2014/main" xmlns="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t-BR" noProof="0" smtClean="0"/>
              <a:pPr rtl="0"/>
              <a:t>‹nº›</a:t>
            </a:fld>
            <a:endParaRPr lang="pt-BR" noProof="0"/>
          </a:p>
        </p:txBody>
      </p:sp>
      <p:sp>
        <p:nvSpPr>
          <p:cNvPr id="16" name="Espaço Reservado para Texto 3">
            <a:extLst>
              <a:ext uri="{FF2B5EF4-FFF2-40B4-BE49-F238E27FC236}">
                <a16:creationId xmlns:a16="http://schemas.microsoft.com/office/drawing/2014/main" xmlns="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pt-BR" noProof="0"/>
              <a:t>1</a:t>
            </a:r>
          </a:p>
        </p:txBody>
      </p:sp>
      <p:sp>
        <p:nvSpPr>
          <p:cNvPr id="17" name="Espaço Reservado para Texto 9">
            <a:extLst>
              <a:ext uri="{FF2B5EF4-FFF2-40B4-BE49-F238E27FC236}">
                <a16:creationId xmlns:a16="http://schemas.microsoft.com/office/drawing/2014/main" xmlns="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t-BR" noProof="0"/>
              <a:t>2</a:t>
            </a:r>
          </a:p>
        </p:txBody>
      </p:sp>
      <p:sp>
        <p:nvSpPr>
          <p:cNvPr id="18" name="Espaço Reservado para Texto 9">
            <a:extLst>
              <a:ext uri="{FF2B5EF4-FFF2-40B4-BE49-F238E27FC236}">
                <a16:creationId xmlns:a16="http://schemas.microsoft.com/office/drawing/2014/main" xmlns="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t-BR" noProof="0"/>
              <a:t>3</a:t>
            </a:r>
          </a:p>
        </p:txBody>
      </p:sp>
      <p:sp>
        <p:nvSpPr>
          <p:cNvPr id="20" name="Espaço Reservado para Texto 5">
            <a:extLst>
              <a:ext uri="{FF2B5EF4-FFF2-40B4-BE49-F238E27FC236}">
                <a16:creationId xmlns:a16="http://schemas.microsoft.com/office/drawing/2014/main" xmlns="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Descrição da Seção</a:t>
            </a:r>
          </a:p>
        </p:txBody>
      </p:sp>
      <p:sp>
        <p:nvSpPr>
          <p:cNvPr id="21" name="Espaço Reservado para Texto 9">
            <a:extLst>
              <a:ext uri="{FF2B5EF4-FFF2-40B4-BE49-F238E27FC236}">
                <a16:creationId xmlns:a16="http://schemas.microsoft.com/office/drawing/2014/main" xmlns="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Descrição da Seção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xmlns="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pt-BR" noProof="0"/>
              <a:t>CABEÇALHO DA SEÇÃO</a:t>
            </a:r>
          </a:p>
        </p:txBody>
      </p:sp>
      <p:sp>
        <p:nvSpPr>
          <p:cNvPr id="9" name="Espaço Reservado para Texto 8">
            <a:extLst>
              <a:ext uri="{FF2B5EF4-FFF2-40B4-BE49-F238E27FC236}">
                <a16:creationId xmlns:a16="http://schemas.microsoft.com/office/drawing/2014/main" xmlns="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Descrição da Seção</a:t>
            </a:r>
          </a:p>
        </p:txBody>
      </p:sp>
      <p:sp>
        <p:nvSpPr>
          <p:cNvPr id="22" name="Espaço Reservado para Texto 3">
            <a:extLst>
              <a:ext uri="{FF2B5EF4-FFF2-40B4-BE49-F238E27FC236}">
                <a16:creationId xmlns:a16="http://schemas.microsoft.com/office/drawing/2014/main" xmlns="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pt-BR" noProof="0"/>
              <a:t>CABEÇALHO DA SEÇÃO</a:t>
            </a:r>
          </a:p>
        </p:txBody>
      </p:sp>
      <p:sp>
        <p:nvSpPr>
          <p:cNvPr id="23" name="Espaço Reservado para Texto 3">
            <a:extLst>
              <a:ext uri="{FF2B5EF4-FFF2-40B4-BE49-F238E27FC236}">
                <a16:creationId xmlns:a16="http://schemas.microsoft.com/office/drawing/2014/main" xmlns="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pt-BR" noProof="0"/>
              <a:t>CABEÇALHO DA SEÇÃO</a:t>
            </a:r>
          </a:p>
        </p:txBody>
      </p:sp>
      <p:sp>
        <p:nvSpPr>
          <p:cNvPr id="19" name="Espaço Reservado para Data 2">
            <a:extLst>
              <a:ext uri="{FF2B5EF4-FFF2-40B4-BE49-F238E27FC236}">
                <a16:creationId xmlns:a16="http://schemas.microsoft.com/office/drawing/2014/main" xmlns="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t-BR" noProof="0"/>
              <a:t>01/07/20XX</a:t>
            </a:r>
          </a:p>
        </p:txBody>
      </p:sp>
    </p:spTree>
    <p:extLst>
      <p:ext uri="{BB962C8B-B14F-4D97-AF65-F5344CB8AC3E}">
        <p14:creationId xmlns:p14="http://schemas.microsoft.com/office/powerpoint/2010/main" xmlns="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tângulo 9">
            <a:extLst>
              <a:ext uri="{FF2B5EF4-FFF2-40B4-BE49-F238E27FC236}">
                <a16:creationId xmlns:a16="http://schemas.microsoft.com/office/drawing/2014/main" xmlns="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cxnSp>
        <p:nvCxnSpPr>
          <p:cNvPr id="13" name="Conector Reto 12">
            <a:extLst>
              <a:ext uri="{FF2B5EF4-FFF2-40B4-BE49-F238E27FC236}">
                <a16:creationId xmlns:a16="http://schemas.microsoft.com/office/drawing/2014/main" xmlns="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FE9E034D-C1DD-48C0-BB6B-FDC6F8EBA55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t-BR" noProof="0"/>
              <a:t>Clique para editar o estilo de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xmlns="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t-BR" noProof="0"/>
              <a:t>CLIQUE PARA EDITAR O TEXTO MESTRE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xmlns="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pt-BR" noProof="0"/>
              <a:t>Clique para editar o texto Mestre</a:t>
            </a:r>
          </a:p>
          <a:p>
            <a:pPr lvl="1" rtl="0"/>
            <a:r>
              <a:rPr lang="pt-BR" noProof="0"/>
              <a:t>Segundo nível</a:t>
            </a:r>
          </a:p>
          <a:p>
            <a:pPr lvl="2" rtl="0"/>
            <a:r>
              <a:rPr lang="pt-BR" noProof="0"/>
              <a:t>Terceiro nível</a:t>
            </a:r>
          </a:p>
          <a:p>
            <a:pPr lvl="3" rtl="0"/>
            <a:r>
              <a:rPr lang="pt-BR" noProof="0"/>
              <a:t>Quarto nível</a:t>
            </a:r>
          </a:p>
          <a:p>
            <a:pPr lvl="4" rtl="0"/>
            <a:r>
              <a:rPr lang="pt-BR" noProof="0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>
                <a16:creationId xmlns:a16="http://schemas.microsoft.com/office/drawing/2014/main" xmlns="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t-BR" noProof="0"/>
              <a:t>CLIQUE PARA EDITAR O TEXTO MESTRE</a:t>
            </a:r>
          </a:p>
        </p:txBody>
      </p:sp>
      <p:sp>
        <p:nvSpPr>
          <p:cNvPr id="6" name="Espaço Reservado para Conteúdo 5">
            <a:extLst>
              <a:ext uri="{FF2B5EF4-FFF2-40B4-BE49-F238E27FC236}">
                <a16:creationId xmlns:a16="http://schemas.microsoft.com/office/drawing/2014/main" xmlns="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pt-BR" noProof="0"/>
              <a:t>Clique para editar o texto Mestre</a:t>
            </a:r>
          </a:p>
          <a:p>
            <a:pPr lvl="1" rtl="0"/>
            <a:r>
              <a:rPr lang="pt-BR" noProof="0"/>
              <a:t>Segundo nível</a:t>
            </a:r>
          </a:p>
          <a:p>
            <a:pPr lvl="2" rtl="0"/>
            <a:r>
              <a:rPr lang="pt-BR" noProof="0"/>
              <a:t>Terceiro nível</a:t>
            </a:r>
          </a:p>
          <a:p>
            <a:pPr lvl="3" rtl="0"/>
            <a:r>
              <a:rPr lang="pt-BR" noProof="0"/>
              <a:t>Quarto nível</a:t>
            </a:r>
          </a:p>
          <a:p>
            <a:pPr lvl="4" rtl="0"/>
            <a:r>
              <a:rPr lang="pt-BR" noProof="0"/>
              <a:t>Quinto nível</a:t>
            </a:r>
          </a:p>
        </p:txBody>
      </p:sp>
      <p:sp>
        <p:nvSpPr>
          <p:cNvPr id="7" name="Espaço Reservado para Data 6">
            <a:extLst>
              <a:ext uri="{FF2B5EF4-FFF2-40B4-BE49-F238E27FC236}">
                <a16:creationId xmlns:a16="http://schemas.microsoft.com/office/drawing/2014/main" xmlns="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t-BR" noProof="0"/>
              <a:t>01/07/20XX</a:t>
            </a:r>
          </a:p>
        </p:txBody>
      </p:sp>
      <p:sp>
        <p:nvSpPr>
          <p:cNvPr id="8" name="Espaço Reservado para Rodapé 7">
            <a:extLst>
              <a:ext uri="{FF2B5EF4-FFF2-40B4-BE49-F238E27FC236}">
                <a16:creationId xmlns:a16="http://schemas.microsoft.com/office/drawing/2014/main" xmlns="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9" name="Espaço Reservado para o Número do Slide 8">
            <a:extLst>
              <a:ext uri="{FF2B5EF4-FFF2-40B4-BE49-F238E27FC236}">
                <a16:creationId xmlns:a16="http://schemas.microsoft.com/office/drawing/2014/main" xmlns="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</p:spTree>
    <p:extLst>
      <p:ext uri="{BB962C8B-B14F-4D97-AF65-F5344CB8AC3E}">
        <p14:creationId xmlns:p14="http://schemas.microsoft.com/office/powerpoint/2010/main" xmlns="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t-BR" noProof="0"/>
              <a:t>Clique para editar o estilo de título Mestre</a:t>
            </a:r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xmlns="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7" name="Espaço Reservado para o Número do Slide 6">
            <a:extLst>
              <a:ext uri="{FF2B5EF4-FFF2-40B4-BE49-F238E27FC236}">
                <a16:creationId xmlns:a16="http://schemas.microsoft.com/office/drawing/2014/main" xmlns="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t-BR" noProof="0" smtClean="0"/>
              <a:pPr rtl="0"/>
              <a:t>‹nº›</a:t>
            </a:fld>
            <a:endParaRPr lang="pt-BR" noProof="0"/>
          </a:p>
        </p:txBody>
      </p:sp>
      <p:sp>
        <p:nvSpPr>
          <p:cNvPr id="10" name="Espaço Reservado para Texto 5">
            <a:extLst>
              <a:ext uri="{FF2B5EF4-FFF2-40B4-BE49-F238E27FC236}">
                <a16:creationId xmlns:a16="http://schemas.microsoft.com/office/drawing/2014/main" xmlns="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t-BR" noProof="0"/>
              <a:t>TÍTULO DO QUADRANTE</a:t>
            </a:r>
          </a:p>
        </p:txBody>
      </p:sp>
      <p:sp>
        <p:nvSpPr>
          <p:cNvPr id="11" name="Espaço Reservado para Texto 5">
            <a:extLst>
              <a:ext uri="{FF2B5EF4-FFF2-40B4-BE49-F238E27FC236}">
                <a16:creationId xmlns:a16="http://schemas.microsoft.com/office/drawing/2014/main" xmlns="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t-BR" noProof="0"/>
              <a:t>TÍTULO DO QUADRANTE</a:t>
            </a:r>
          </a:p>
        </p:txBody>
      </p:sp>
      <p:sp>
        <p:nvSpPr>
          <p:cNvPr id="12" name="Espaço Reservado para Texto 5">
            <a:extLst>
              <a:ext uri="{FF2B5EF4-FFF2-40B4-BE49-F238E27FC236}">
                <a16:creationId xmlns:a16="http://schemas.microsoft.com/office/drawing/2014/main" xmlns="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t-BR" noProof="0"/>
              <a:t>TÍTULO DO QUADRANTE</a:t>
            </a:r>
          </a:p>
        </p:txBody>
      </p:sp>
      <p:sp>
        <p:nvSpPr>
          <p:cNvPr id="13" name="Espaço Reservado para Texto 5">
            <a:extLst>
              <a:ext uri="{FF2B5EF4-FFF2-40B4-BE49-F238E27FC236}">
                <a16:creationId xmlns:a16="http://schemas.microsoft.com/office/drawing/2014/main" xmlns="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t-BR" noProof="0"/>
              <a:t>TÍTULO DO QUADRANTE</a:t>
            </a:r>
          </a:p>
        </p:txBody>
      </p:sp>
      <p:cxnSp>
        <p:nvCxnSpPr>
          <p:cNvPr id="5" name="Conector Reto 4">
            <a:extLst>
              <a:ext uri="{FF2B5EF4-FFF2-40B4-BE49-F238E27FC236}">
                <a16:creationId xmlns:a16="http://schemas.microsoft.com/office/drawing/2014/main" xmlns="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Conector Reto 8">
            <a:extLst>
              <a:ext uri="{FF2B5EF4-FFF2-40B4-BE49-F238E27FC236}">
                <a16:creationId xmlns:a16="http://schemas.microsoft.com/office/drawing/2014/main" xmlns="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Espaço Reservado para Data 2">
            <a:extLst>
              <a:ext uri="{FF2B5EF4-FFF2-40B4-BE49-F238E27FC236}">
                <a16:creationId xmlns:a16="http://schemas.microsoft.com/office/drawing/2014/main" xmlns="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t-BR" noProof="0"/>
              <a:t>01/07/20XX</a:t>
            </a:r>
          </a:p>
        </p:txBody>
      </p:sp>
    </p:spTree>
    <p:extLst>
      <p:ext uri="{BB962C8B-B14F-4D97-AF65-F5344CB8AC3E}">
        <p14:creationId xmlns:p14="http://schemas.microsoft.com/office/powerpoint/2010/main" xmlns="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Estratégia de crescimento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tângulo 6">
            <a:extLst>
              <a:ext uri="{FF2B5EF4-FFF2-40B4-BE49-F238E27FC236}">
                <a16:creationId xmlns:a16="http://schemas.microsoft.com/office/drawing/2014/main" xmlns="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xmlns="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xmlns="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21" name="Espaço Reservado para Texto 9">
            <a:extLst>
              <a:ext uri="{FF2B5EF4-FFF2-40B4-BE49-F238E27FC236}">
                <a16:creationId xmlns:a16="http://schemas.microsoft.com/office/drawing/2014/main" xmlns="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sp>
        <p:nvSpPr>
          <p:cNvPr id="32" name="Espaço Reservado para Texto 9">
            <a:extLst>
              <a:ext uri="{FF2B5EF4-FFF2-40B4-BE49-F238E27FC236}">
                <a16:creationId xmlns:a16="http://schemas.microsoft.com/office/drawing/2014/main" xmlns="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sp>
        <p:nvSpPr>
          <p:cNvPr id="34" name="Espaço Reservado para Texto 9">
            <a:extLst>
              <a:ext uri="{FF2B5EF4-FFF2-40B4-BE49-F238E27FC236}">
                <a16:creationId xmlns:a16="http://schemas.microsoft.com/office/drawing/2014/main" xmlns="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sp>
        <p:nvSpPr>
          <p:cNvPr id="10" name="Espaço Reservado para Texto 9">
            <a:extLst>
              <a:ext uri="{FF2B5EF4-FFF2-40B4-BE49-F238E27FC236}">
                <a16:creationId xmlns:a16="http://schemas.microsoft.com/office/drawing/2014/main" xmlns="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t-BR" noProof="0"/>
              <a:t>CLIQUE PARA EDITAR O TÍTULO</a:t>
            </a:r>
          </a:p>
        </p:txBody>
      </p:sp>
      <p:sp>
        <p:nvSpPr>
          <p:cNvPr id="20" name="Espaço Reservado para Texto 9">
            <a:extLst>
              <a:ext uri="{FF2B5EF4-FFF2-40B4-BE49-F238E27FC236}">
                <a16:creationId xmlns:a16="http://schemas.microsoft.com/office/drawing/2014/main" xmlns="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sp>
        <p:nvSpPr>
          <p:cNvPr id="31" name="Espaço Reservado para Texto 9">
            <a:extLst>
              <a:ext uri="{FF2B5EF4-FFF2-40B4-BE49-F238E27FC236}">
                <a16:creationId xmlns:a16="http://schemas.microsoft.com/office/drawing/2014/main" xmlns="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sp>
        <p:nvSpPr>
          <p:cNvPr id="33" name="Espaço Reservado para Texto 9">
            <a:extLst>
              <a:ext uri="{FF2B5EF4-FFF2-40B4-BE49-F238E27FC236}">
                <a16:creationId xmlns:a16="http://schemas.microsoft.com/office/drawing/2014/main" xmlns="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  <p:grpSp>
        <p:nvGrpSpPr>
          <p:cNvPr id="956" name="Espaço Reservado para Imagem 1925" descr="ilustração abstrata colorida de edifícios">
            <a:extLst>
              <a:ext uri="{FF2B5EF4-FFF2-40B4-BE49-F238E27FC236}">
                <a16:creationId xmlns:a16="http://schemas.microsoft.com/office/drawing/2014/main" xmlns="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xmlns="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xmlns="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xmlns="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xmlns="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xmlns="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xmlns="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xmlns="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xmlns="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xmlns="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xmlns="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xmlns="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xmlns="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xmlns="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xmlns="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xmlns="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xmlns="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xmlns="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xmlns="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xmlns="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xmlns="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xmlns="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xmlns="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xmlns="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xmlns="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xmlns="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xmlns="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xmlns="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xmlns="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xmlns="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xmlns="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xmlns="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xmlns="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xmlns="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xmlns="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xmlns="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xmlns="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xmlns="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xmlns="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xmlns="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xmlns="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xmlns="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xmlns="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xmlns="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xmlns="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xmlns="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xmlns="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xmlns="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xmlns="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xmlns="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xmlns="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xmlns="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xmlns="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xmlns="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xmlns="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xmlns="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xmlns="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xmlns="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xmlns="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xmlns="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xmlns="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xmlns="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xmlns="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xmlns="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xmlns="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xmlns="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xmlns="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xmlns="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xmlns="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xmlns="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xmlns="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xmlns="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xmlns="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xmlns="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xmlns="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xmlns="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xmlns="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xmlns="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xmlns="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xmlns="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xmlns="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xmlns="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xmlns="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xmlns="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xmlns="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xmlns="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xmlns="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xmlns="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xmlns="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xmlns="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xmlns="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xmlns="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xmlns="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xmlns="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xmlns="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xmlns="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xmlns="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xmlns="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xmlns="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xmlns="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xmlns="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xmlns="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xmlns="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xmlns="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xmlns="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xmlns="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xmlns="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xmlns="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xmlns="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xmlns="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xmlns="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xmlns="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xmlns="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xmlns="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xmlns="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xmlns="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xmlns="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xmlns="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xmlns="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xmlns="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xmlns="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xmlns="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xmlns="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xmlns="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xmlns="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xmlns="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xmlns="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xmlns="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xmlns="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xmlns="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xmlns="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xmlns="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xmlns="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xmlns="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xmlns="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xmlns="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xmlns="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xmlns="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xmlns="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xmlns="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xmlns="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xmlns="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xmlns="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xmlns="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xmlns="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xmlns="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xmlns="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xmlns="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xmlns="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xmlns="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xmlns="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xmlns="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xmlns="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xmlns="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xmlns="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xmlns="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xmlns="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xmlns="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xmlns="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xmlns="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xmlns="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xmlns="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xmlns="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xmlns="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xmlns="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xmlns="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xmlns="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xmlns="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xmlns="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xmlns="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xmlns="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xmlns="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xmlns="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xmlns="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xmlns="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xmlns="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xmlns="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xmlns="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xmlns="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xmlns="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xmlns="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xmlns="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xmlns="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xmlns="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xmlns="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xmlns="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xmlns="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xmlns="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xmlns="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xmlns="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xmlns="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xmlns="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xmlns="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xmlns="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xmlns="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xmlns="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xmlns="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xmlns="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xmlns="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xmlns="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xmlns="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xmlns="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xmlns="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xmlns="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xmlns="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xmlns="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xmlns="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xmlns="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xmlns="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xmlns="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xmlns="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xmlns="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xmlns="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xmlns="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xmlns="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xmlns="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xmlns="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xmlns="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xmlns="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xmlns="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xmlns="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xmlns="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xmlns="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xmlns="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xmlns="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xmlns="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xmlns="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xmlns="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xmlns="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xmlns="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xmlns="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xmlns="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xmlns="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xmlns="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xmlns="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xmlns="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xmlns="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xmlns="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xmlns="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xmlns="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xmlns="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xmlns="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xmlns="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xmlns="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xmlns="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xmlns="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xmlns="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xmlns="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xmlns="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xmlns="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xmlns="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xmlns="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xmlns="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xmlns="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xmlns="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xmlns="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xmlns="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xmlns="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xmlns="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xmlns="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xmlns="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xmlns="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xmlns="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xmlns="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xmlns="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xmlns="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xmlns="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xmlns="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xmlns="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xmlns="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xmlns="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xmlns="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xmlns="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xmlns="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xmlns="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xmlns="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xmlns="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xmlns="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xmlns="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xmlns="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xmlns="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xmlns="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xmlns="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xmlns="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xmlns="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xmlns="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xmlns="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xmlns="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xmlns="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xmlns="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xmlns="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xmlns="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xmlns="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xmlns="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xmlns="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xmlns="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xmlns="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xmlns="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xmlns="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xmlns="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xmlns="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xmlns="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xmlns="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xmlns="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xmlns="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xmlns="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xmlns="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xmlns="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xmlns="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xmlns="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xmlns="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xmlns="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xmlns="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xmlns="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xmlns="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xmlns="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xmlns="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xmlns="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xmlns="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xmlns="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xmlns="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xmlns="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xmlns="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xmlns="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xmlns="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xmlns="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xmlns="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xmlns="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xmlns="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xmlns="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xmlns="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xmlns="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xmlns="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xmlns="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xmlns="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xmlns="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xmlns="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xmlns="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xmlns="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xmlns="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xmlns="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xmlns="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xmlns="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xmlns="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xmlns="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xmlns="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xmlns="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xmlns="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xmlns="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xmlns="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xmlns="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xmlns="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xmlns="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xmlns="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xmlns="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xmlns="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xmlns="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xmlns="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xmlns="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xmlns="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xmlns="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xmlns="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xmlns="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xmlns="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xmlns="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xmlns="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xmlns="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xmlns="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xmlns="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xmlns="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xmlns="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xmlns="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xmlns="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xmlns="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xmlns="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xmlns="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xmlns="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xmlns="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xmlns="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xmlns="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xmlns="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xmlns="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xmlns="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xmlns="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xmlns="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xmlns="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xmlns="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xmlns="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xmlns="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xmlns="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xmlns="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xmlns="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xmlns="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xmlns="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xmlns="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xmlns="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xmlns="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xmlns="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xmlns="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xmlns="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xmlns="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xmlns="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xmlns="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xmlns="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xmlns="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xmlns="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xmlns="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xmlns="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xmlns="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xmlns="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xmlns="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xmlns="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xmlns="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xmlns="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xmlns="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xmlns="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xmlns="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xmlns="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xmlns="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xmlns="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xmlns="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xmlns="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xmlns="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xmlns="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xmlns="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xmlns="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xmlns="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xmlns="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xmlns="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xmlns="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xmlns="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xmlns="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xmlns="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xmlns="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xmlns="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xmlns="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xmlns="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xmlns="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xmlns="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xmlns="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xmlns="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xmlns="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xmlns="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xmlns="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xmlns="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xmlns="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xmlns="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xmlns="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xmlns="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xmlns="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xmlns="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xmlns="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xmlns="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xmlns="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xmlns="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xmlns="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xmlns="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xmlns="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xmlns="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xmlns="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xmlns="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xmlns="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xmlns="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xmlns="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xmlns="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xmlns="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xmlns="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xmlns="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xmlns="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xmlns="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xmlns="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xmlns="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xmlns="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xmlns="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xmlns="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xmlns="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xmlns="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xmlns="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xmlns="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xmlns="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xmlns="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xmlns="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xmlns="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xmlns="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xmlns="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xmlns="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xmlns="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xmlns="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xmlns="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xmlns="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xmlns="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xmlns="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xmlns="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xmlns="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xmlns="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xmlns="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xmlns="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xmlns="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xmlns="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xmlns="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xmlns="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xmlns="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xmlns="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xmlns="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xmlns="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xmlns="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xmlns="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xmlns="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xmlns="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xmlns="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xmlns="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xmlns="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xmlns="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xmlns="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xmlns="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xmlns="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xmlns="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xmlns="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xmlns="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xmlns="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xmlns="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xmlns="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xmlns="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xmlns="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xmlns="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xmlns="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xmlns="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xmlns="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xmlns="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xmlns="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xmlns="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xmlns="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xmlns="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xmlns="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xmlns="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xmlns="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xmlns="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xmlns="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xmlns="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xmlns="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xmlns="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xmlns="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xmlns="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xmlns="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xmlns="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xmlns="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xmlns="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xmlns="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xmlns="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xmlns="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xmlns="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xmlns="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xmlns="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xmlns="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xmlns="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xmlns="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xmlns="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xmlns="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xmlns="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xmlns="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xmlns="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xmlns="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xmlns="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xmlns="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xmlns="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xmlns="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xmlns="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xmlns="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xmlns="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xmlns="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xmlns="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xmlns="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xmlns="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xmlns="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xmlns="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xmlns="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xmlns="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xmlns="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xmlns="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xmlns="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xmlns="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xmlns="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xmlns="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xmlns="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xmlns="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xmlns="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xmlns="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xmlns="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xmlns="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xmlns="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xmlns="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xmlns="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xmlns="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xmlns="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xmlns="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xmlns="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xmlns="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xmlns="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xmlns="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xmlns="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xmlns="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xmlns="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xmlns="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xmlns="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xmlns="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xmlns="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xmlns="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xmlns="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xmlns="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xmlns="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xmlns="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xmlns="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xmlns="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xmlns="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xmlns="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xmlns="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xmlns="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xmlns="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xmlns="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xmlns="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xmlns="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xmlns="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xmlns="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xmlns="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xmlns="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xmlns="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xmlns="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xmlns="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xmlns="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xmlns="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xmlns="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xmlns="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xmlns="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xmlns="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xmlns="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xmlns="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xmlns="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xmlns="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xmlns="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xmlns="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xmlns="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xmlns="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xmlns="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xmlns="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xmlns="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xmlns="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xmlns="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xmlns="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xmlns="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xmlns="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xmlns="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xmlns="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xmlns="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xmlns="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xmlns="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xmlns="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xmlns="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xmlns="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xmlns="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xmlns="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xmlns="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xmlns="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xmlns="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xmlns="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xmlns="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xmlns="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xmlns="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xmlns="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xmlns="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xmlns="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xmlns="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xmlns="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xmlns="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xmlns="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xmlns="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xmlns="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xmlns="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xmlns="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xmlns="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xmlns="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xmlns="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xmlns="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xmlns="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xmlns="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xmlns="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xmlns="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xmlns="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xmlns="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xmlns="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xmlns="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xmlns="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xmlns="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xmlns="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xmlns="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xmlns="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xmlns="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xmlns="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xmlns="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xmlns="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xmlns="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xmlns="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xmlns="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xmlns="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xmlns="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xmlns="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xmlns="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xmlns="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xmlns="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xmlns="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xmlns="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xmlns="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xmlns="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xmlns="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xmlns="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xmlns="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xmlns="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xmlns="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xmlns="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xmlns="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xmlns="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xmlns="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xmlns="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xmlns="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xmlns="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xmlns="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xmlns="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xmlns="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xmlns="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xmlns="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xmlns="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xmlns="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xmlns="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xmlns="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xmlns="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xmlns="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xmlns="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xmlns="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xmlns="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xmlns="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xmlns="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xmlns="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xmlns="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xmlns="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xmlns="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xmlns="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xmlns="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xmlns="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xmlns="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xmlns="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xmlns="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xmlns="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xmlns="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xmlns="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xmlns="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xmlns="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xmlns="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xmlns="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xmlns="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xmlns="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xmlns="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xmlns="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xmlns="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xmlns="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xmlns="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xmlns="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xmlns="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xmlns="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xmlns="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xmlns="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xmlns="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xmlns="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xmlns="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xmlns="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xmlns="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xmlns="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xmlns="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xmlns="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xmlns="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xmlns="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xmlns="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xmlns="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xmlns="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xmlns="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xmlns="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xmlns="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xmlns="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xmlns="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xmlns="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xmlns="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xmlns="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xmlns="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xmlns="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xmlns="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xmlns="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xmlns="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xmlns="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xmlns="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xmlns="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xmlns="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xmlns="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xmlns="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xmlns="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xmlns="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xmlns="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xmlns="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xmlns="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xmlns="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xmlns="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xmlns="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xmlns="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xmlns="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xmlns="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xmlns="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xmlns="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xmlns="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xmlns="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xmlns="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xmlns="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xmlns="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xmlns="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xmlns="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xmlns="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xmlns="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xmlns="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xmlns="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xmlns="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xmlns="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xmlns="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xmlns="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xmlns="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xmlns="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xmlns="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xmlns="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xmlns="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xmlns="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xmlns="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xmlns="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xmlns="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xmlns="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xmlns="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xmlns="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xmlns="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xmlns="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xmlns="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xmlns="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xmlns="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xmlns="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xmlns="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xmlns="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xmlns="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xmlns="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xmlns="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xmlns="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xmlns="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xmlns="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xmlns="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xmlns="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xmlns="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xmlns="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xmlns="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xmlns="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xmlns="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xmlns="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xmlns="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xmlns="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xmlns="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xmlns="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xmlns="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xmlns="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xmlns="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xmlns="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xmlns="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xmlns="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xmlns="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xmlns="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xmlns="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xmlns="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xmlns="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xmlns="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xmlns="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xmlns="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xmlns="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xmlns="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xmlns="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xmlns="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xmlns="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xmlns="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xmlns="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xmlns="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xmlns="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xmlns="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xmlns="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xmlns="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xmlns="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xmlns="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xmlns="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xmlns="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xmlns="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xmlns="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xmlns="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xmlns="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xmlns="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xmlns="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xmlns="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xmlns="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xmlns="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xmlns="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xmlns="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xmlns="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xmlns="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xmlns="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xmlns="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xmlns="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xmlns="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xmlns="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xmlns="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xmlns="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xmlns="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xmlns="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xmlns="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xmlns="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xmlns="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xmlns="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xmlns="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xmlns="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xmlns="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xmlns="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xmlns="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xmlns="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xmlns="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xmlns="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xmlns="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xmlns="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</p:grpSp>
      <p:sp>
        <p:nvSpPr>
          <p:cNvPr id="959" name="Espaço Reservado para Rodapé 4">
            <a:extLst>
              <a:ext uri="{FF2B5EF4-FFF2-40B4-BE49-F238E27FC236}">
                <a16:creationId xmlns:a16="http://schemas.microsoft.com/office/drawing/2014/main" xmlns="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xmlns="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pt-BR" noProof="0"/>
              <a:t>01/07/20XX</a:t>
            </a:r>
          </a:p>
        </p:txBody>
      </p:sp>
      <p:sp>
        <p:nvSpPr>
          <p:cNvPr id="6" name="Espaço Reservado para o Número do Slide 5">
            <a:extLst>
              <a:ext uri="{FF2B5EF4-FFF2-40B4-BE49-F238E27FC236}">
                <a16:creationId xmlns:a16="http://schemas.microsoft.com/office/drawing/2014/main" xmlns="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</p:spTree>
    <p:extLst>
      <p:ext uri="{BB962C8B-B14F-4D97-AF65-F5344CB8AC3E}">
        <p14:creationId xmlns:p14="http://schemas.microsoft.com/office/powerpoint/2010/main" xmlns="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FE9E034D-C1DD-48C0-BB6B-FDC6F8EBA55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t-BR" noProof="0"/>
              <a:t>Clique para editar o estilo de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xmlns="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t-BR" noProof="0"/>
              <a:t>CLIQUE PARA EDITAR O TEXTO MESTRE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xmlns="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pt-BR" noProof="0"/>
              <a:t>Clique para editar o texto Mestre</a:t>
            </a:r>
          </a:p>
          <a:p>
            <a:pPr lvl="1" rtl="0"/>
            <a:r>
              <a:rPr lang="pt-BR" noProof="0"/>
              <a:t>Segundo nível</a:t>
            </a:r>
          </a:p>
          <a:p>
            <a:pPr lvl="2" rtl="0"/>
            <a:r>
              <a:rPr lang="pt-BR" noProof="0"/>
              <a:t>Terceiro nível</a:t>
            </a:r>
          </a:p>
          <a:p>
            <a:pPr lvl="3" rtl="0"/>
            <a:r>
              <a:rPr lang="pt-BR" noProof="0"/>
              <a:t>Quarto nível</a:t>
            </a:r>
          </a:p>
          <a:p>
            <a:pPr lvl="4" rtl="0"/>
            <a:r>
              <a:rPr lang="pt-BR" noProof="0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>
                <a16:creationId xmlns:a16="http://schemas.microsoft.com/office/drawing/2014/main" xmlns="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t-BR" noProof="0"/>
              <a:t>CLIQUE PARA EDITAR O TEXTO MESTRE</a:t>
            </a:r>
          </a:p>
        </p:txBody>
      </p:sp>
      <p:sp>
        <p:nvSpPr>
          <p:cNvPr id="6" name="Espaço Reservado para Conteúdo 5">
            <a:extLst>
              <a:ext uri="{FF2B5EF4-FFF2-40B4-BE49-F238E27FC236}">
                <a16:creationId xmlns:a16="http://schemas.microsoft.com/office/drawing/2014/main" xmlns="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pt-BR" noProof="0"/>
              <a:t>Clique para editar o texto Mestre</a:t>
            </a:r>
          </a:p>
          <a:p>
            <a:pPr lvl="1" rtl="0"/>
            <a:r>
              <a:rPr lang="pt-BR" noProof="0"/>
              <a:t>Segundo nível</a:t>
            </a:r>
          </a:p>
          <a:p>
            <a:pPr lvl="2" rtl="0"/>
            <a:r>
              <a:rPr lang="pt-BR" noProof="0"/>
              <a:t>Terceiro nível</a:t>
            </a:r>
          </a:p>
          <a:p>
            <a:pPr lvl="3" rtl="0"/>
            <a:r>
              <a:rPr lang="pt-BR" noProof="0"/>
              <a:t>Quarto nível</a:t>
            </a:r>
          </a:p>
          <a:p>
            <a:pPr lvl="4" rtl="0"/>
            <a:r>
              <a:rPr lang="pt-BR" noProof="0"/>
              <a:t>Quinto nível</a:t>
            </a:r>
          </a:p>
        </p:txBody>
      </p:sp>
      <p:sp>
        <p:nvSpPr>
          <p:cNvPr id="7" name="Espaço Reservado para Data 6">
            <a:extLst>
              <a:ext uri="{FF2B5EF4-FFF2-40B4-BE49-F238E27FC236}">
                <a16:creationId xmlns:a16="http://schemas.microsoft.com/office/drawing/2014/main" xmlns="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t-BR" noProof="0"/>
              <a:t>01/07/20XX</a:t>
            </a:r>
          </a:p>
        </p:txBody>
      </p:sp>
      <p:sp>
        <p:nvSpPr>
          <p:cNvPr id="8" name="Espaço Reservado para Rodapé 7">
            <a:extLst>
              <a:ext uri="{FF2B5EF4-FFF2-40B4-BE49-F238E27FC236}">
                <a16:creationId xmlns:a16="http://schemas.microsoft.com/office/drawing/2014/main" xmlns="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9" name="Espaço Reservado para o Número do Slide 8">
            <a:extLst>
              <a:ext uri="{FF2B5EF4-FFF2-40B4-BE49-F238E27FC236}">
                <a16:creationId xmlns:a16="http://schemas.microsoft.com/office/drawing/2014/main" xmlns="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  <p:sp>
        <p:nvSpPr>
          <p:cNvPr id="10" name="Espaço Reservado para Texto 9">
            <a:extLst>
              <a:ext uri="{FF2B5EF4-FFF2-40B4-BE49-F238E27FC236}">
                <a16:creationId xmlns:a16="http://schemas.microsoft.com/office/drawing/2014/main" xmlns="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t-BR" noProof="0"/>
              <a:t>Clique para texto</a:t>
            </a:r>
          </a:p>
        </p:txBody>
      </p:sp>
    </p:spTree>
    <p:extLst>
      <p:ext uri="{BB962C8B-B14F-4D97-AF65-F5344CB8AC3E}">
        <p14:creationId xmlns:p14="http://schemas.microsoft.com/office/powerpoint/2010/main" xmlns="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Linha do temp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t-BR" noProof="0"/>
              <a:t>Clique para editar o estilo de título Mestre</a:t>
            </a:r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xmlns="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7" name="Espaço Reservado para o Número do Slide 6">
            <a:extLst>
              <a:ext uri="{FF2B5EF4-FFF2-40B4-BE49-F238E27FC236}">
                <a16:creationId xmlns:a16="http://schemas.microsoft.com/office/drawing/2014/main" xmlns="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t-BR" noProof="0" smtClean="0"/>
              <a:pPr rtl="0"/>
              <a:t>‹nº›</a:t>
            </a:fld>
            <a:endParaRPr lang="pt-BR" noProof="0"/>
          </a:p>
        </p:txBody>
      </p:sp>
      <p:sp>
        <p:nvSpPr>
          <p:cNvPr id="39" name="Espaço Reservado para Texto 10">
            <a:extLst>
              <a:ext uri="{FF2B5EF4-FFF2-40B4-BE49-F238E27FC236}">
                <a16:creationId xmlns:a16="http://schemas.microsoft.com/office/drawing/2014/main" xmlns="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pt-BR" noProof="0"/>
              <a:t>Ano</a:t>
            </a:r>
          </a:p>
        </p:txBody>
      </p:sp>
      <p:sp>
        <p:nvSpPr>
          <p:cNvPr id="40" name="Espaço Reservado para Texto 10">
            <a:extLst>
              <a:ext uri="{FF2B5EF4-FFF2-40B4-BE49-F238E27FC236}">
                <a16:creationId xmlns:a16="http://schemas.microsoft.com/office/drawing/2014/main" xmlns="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41" name="Espaço Reservado para Texto 10">
            <a:extLst>
              <a:ext uri="{FF2B5EF4-FFF2-40B4-BE49-F238E27FC236}">
                <a16:creationId xmlns:a16="http://schemas.microsoft.com/office/drawing/2014/main" xmlns="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42" name="Espaço Reservado para Texto 10">
            <a:extLst>
              <a:ext uri="{FF2B5EF4-FFF2-40B4-BE49-F238E27FC236}">
                <a16:creationId xmlns:a16="http://schemas.microsoft.com/office/drawing/2014/main" xmlns="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43" name="Espaço Reservado para Texto 10">
            <a:extLst>
              <a:ext uri="{FF2B5EF4-FFF2-40B4-BE49-F238E27FC236}">
                <a16:creationId xmlns:a16="http://schemas.microsoft.com/office/drawing/2014/main" xmlns="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44" name="Espaço Reservado para Texto 10">
            <a:extLst>
              <a:ext uri="{FF2B5EF4-FFF2-40B4-BE49-F238E27FC236}">
                <a16:creationId xmlns:a16="http://schemas.microsoft.com/office/drawing/2014/main" xmlns="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pt-BR" noProof="0"/>
              <a:t>Ano</a:t>
            </a:r>
          </a:p>
        </p:txBody>
      </p:sp>
      <p:sp>
        <p:nvSpPr>
          <p:cNvPr id="45" name="Espaço Reservado para Texto 10">
            <a:extLst>
              <a:ext uri="{FF2B5EF4-FFF2-40B4-BE49-F238E27FC236}">
                <a16:creationId xmlns:a16="http://schemas.microsoft.com/office/drawing/2014/main" xmlns="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46" name="Espaço Reservado para Texto 10">
            <a:extLst>
              <a:ext uri="{FF2B5EF4-FFF2-40B4-BE49-F238E27FC236}">
                <a16:creationId xmlns:a16="http://schemas.microsoft.com/office/drawing/2014/main" xmlns="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47" name="Espaço Reservado para Texto 10">
            <a:extLst>
              <a:ext uri="{FF2B5EF4-FFF2-40B4-BE49-F238E27FC236}">
                <a16:creationId xmlns:a16="http://schemas.microsoft.com/office/drawing/2014/main" xmlns="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48" name="Espaço Reservado para Texto 10">
            <a:extLst>
              <a:ext uri="{FF2B5EF4-FFF2-40B4-BE49-F238E27FC236}">
                <a16:creationId xmlns:a16="http://schemas.microsoft.com/office/drawing/2014/main" xmlns="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49" name="Espaço Reservado para Texto 10">
            <a:extLst>
              <a:ext uri="{FF2B5EF4-FFF2-40B4-BE49-F238E27FC236}">
                <a16:creationId xmlns:a16="http://schemas.microsoft.com/office/drawing/2014/main" xmlns="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50" name="Espaço Reservado para Texto 10">
            <a:extLst>
              <a:ext uri="{FF2B5EF4-FFF2-40B4-BE49-F238E27FC236}">
                <a16:creationId xmlns:a16="http://schemas.microsoft.com/office/drawing/2014/main" xmlns="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51" name="Espaço Reservado para Texto 10">
            <a:extLst>
              <a:ext uri="{FF2B5EF4-FFF2-40B4-BE49-F238E27FC236}">
                <a16:creationId xmlns:a16="http://schemas.microsoft.com/office/drawing/2014/main" xmlns="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52" name="Espaço Reservado para Texto 10">
            <a:extLst>
              <a:ext uri="{FF2B5EF4-FFF2-40B4-BE49-F238E27FC236}">
                <a16:creationId xmlns:a16="http://schemas.microsoft.com/office/drawing/2014/main" xmlns="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53" name="Espaço Reservado para Texto 10">
            <a:extLst>
              <a:ext uri="{FF2B5EF4-FFF2-40B4-BE49-F238E27FC236}">
                <a16:creationId xmlns:a16="http://schemas.microsoft.com/office/drawing/2014/main" xmlns="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54" name="Espaço Reservado para Texto 10">
            <a:extLst>
              <a:ext uri="{FF2B5EF4-FFF2-40B4-BE49-F238E27FC236}">
                <a16:creationId xmlns:a16="http://schemas.microsoft.com/office/drawing/2014/main" xmlns="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55" name="Espaço Reservado para Texto 10">
            <a:extLst>
              <a:ext uri="{FF2B5EF4-FFF2-40B4-BE49-F238E27FC236}">
                <a16:creationId xmlns:a16="http://schemas.microsoft.com/office/drawing/2014/main" xmlns="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56" name="Espaço Reservado para Texto 10">
            <a:extLst>
              <a:ext uri="{FF2B5EF4-FFF2-40B4-BE49-F238E27FC236}">
                <a16:creationId xmlns:a16="http://schemas.microsoft.com/office/drawing/2014/main" xmlns="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57" name="Espaço Reservado para Texto 10">
            <a:extLst>
              <a:ext uri="{FF2B5EF4-FFF2-40B4-BE49-F238E27FC236}">
                <a16:creationId xmlns:a16="http://schemas.microsoft.com/office/drawing/2014/main" xmlns="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58" name="Espaço Reservado para Texto 10">
            <a:extLst>
              <a:ext uri="{FF2B5EF4-FFF2-40B4-BE49-F238E27FC236}">
                <a16:creationId xmlns:a16="http://schemas.microsoft.com/office/drawing/2014/main" xmlns="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59" name="Espaço Reservado para Texto 10">
            <a:extLst>
              <a:ext uri="{FF2B5EF4-FFF2-40B4-BE49-F238E27FC236}">
                <a16:creationId xmlns:a16="http://schemas.microsoft.com/office/drawing/2014/main" xmlns="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60" name="Espaço Reservado para Texto 10">
            <a:extLst>
              <a:ext uri="{FF2B5EF4-FFF2-40B4-BE49-F238E27FC236}">
                <a16:creationId xmlns:a16="http://schemas.microsoft.com/office/drawing/2014/main" xmlns="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61" name="Espaço Reservado para Texto 10">
            <a:extLst>
              <a:ext uri="{FF2B5EF4-FFF2-40B4-BE49-F238E27FC236}">
                <a16:creationId xmlns:a16="http://schemas.microsoft.com/office/drawing/2014/main" xmlns="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62" name="Espaço Reservado para Texto 10">
            <a:extLst>
              <a:ext uri="{FF2B5EF4-FFF2-40B4-BE49-F238E27FC236}">
                <a16:creationId xmlns:a16="http://schemas.microsoft.com/office/drawing/2014/main" xmlns="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63" name="Espaço Reservado para Texto 10">
            <a:extLst>
              <a:ext uri="{FF2B5EF4-FFF2-40B4-BE49-F238E27FC236}">
                <a16:creationId xmlns:a16="http://schemas.microsoft.com/office/drawing/2014/main" xmlns="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sp>
        <p:nvSpPr>
          <p:cNvPr id="64" name="Espaço Reservado para Texto 10">
            <a:extLst>
              <a:ext uri="{FF2B5EF4-FFF2-40B4-BE49-F238E27FC236}">
                <a16:creationId xmlns:a16="http://schemas.microsoft.com/office/drawing/2014/main" xmlns="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t-BR" noProof="0"/>
              <a:t>MM</a:t>
            </a:r>
          </a:p>
        </p:txBody>
      </p:sp>
      <p:cxnSp>
        <p:nvCxnSpPr>
          <p:cNvPr id="65" name="Conector Reto 64">
            <a:extLst>
              <a:ext uri="{FF2B5EF4-FFF2-40B4-BE49-F238E27FC236}">
                <a16:creationId xmlns:a16="http://schemas.microsoft.com/office/drawing/2014/main" xmlns="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Espaço Reservado para Texto 3">
            <a:extLst>
              <a:ext uri="{FF2B5EF4-FFF2-40B4-BE49-F238E27FC236}">
                <a16:creationId xmlns:a16="http://schemas.microsoft.com/office/drawing/2014/main" xmlns="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t-BR" noProof="0"/>
              <a:t>Título do item</a:t>
            </a:r>
          </a:p>
        </p:txBody>
      </p:sp>
      <p:sp>
        <p:nvSpPr>
          <p:cNvPr id="67" name="Espaço Reservado para Texto 36">
            <a:extLst>
              <a:ext uri="{FF2B5EF4-FFF2-40B4-BE49-F238E27FC236}">
                <a16:creationId xmlns:a16="http://schemas.microsoft.com/office/drawing/2014/main" xmlns="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pt-BR" noProof="0"/>
              <a:t>Mês, Ano</a:t>
            </a:r>
          </a:p>
        </p:txBody>
      </p:sp>
      <p:sp>
        <p:nvSpPr>
          <p:cNvPr id="68" name="Espaço Reservado para Data 2">
            <a:extLst>
              <a:ext uri="{FF2B5EF4-FFF2-40B4-BE49-F238E27FC236}">
                <a16:creationId xmlns:a16="http://schemas.microsoft.com/office/drawing/2014/main" xmlns="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t-BR" noProof="0"/>
              <a:t>01/07/20XX</a:t>
            </a:r>
          </a:p>
        </p:txBody>
      </p:sp>
    </p:spTree>
    <p:extLst>
      <p:ext uri="{BB962C8B-B14F-4D97-AF65-F5344CB8AC3E}">
        <p14:creationId xmlns:p14="http://schemas.microsoft.com/office/powerpoint/2010/main" xmlns="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ç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t-BR" noProof="0"/>
              <a:t>Clique para editar o estilo de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xmlns="" id="{BF8F5A6A-E29E-401A-801A-8FD9CAABA7A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915924" y="1825625"/>
            <a:ext cx="10360152" cy="4351338"/>
          </a:xfrm>
        </p:spPr>
        <p:txBody>
          <a:bodyPr rtlCol="0"/>
          <a:lstStyle/>
          <a:p>
            <a:pPr lvl="0" rtl="0"/>
            <a:r>
              <a:rPr lang="pt-BR" noProof="0"/>
              <a:t>Clique para editar o texto Mestre</a:t>
            </a:r>
          </a:p>
          <a:p>
            <a:pPr lvl="1" rtl="0"/>
            <a:r>
              <a:rPr lang="pt-BR" noProof="0"/>
              <a:t>Segundo nível</a:t>
            </a:r>
          </a:p>
          <a:p>
            <a:pPr lvl="2" rtl="0"/>
            <a:r>
              <a:rPr lang="pt-BR" noProof="0"/>
              <a:t>Terceiro nível</a:t>
            </a:r>
          </a:p>
          <a:p>
            <a:pPr lvl="3" rtl="0"/>
            <a:r>
              <a:rPr lang="pt-BR" noProof="0"/>
              <a:t>Quarto nível</a:t>
            </a:r>
          </a:p>
          <a:p>
            <a:pPr lvl="4" rtl="0"/>
            <a:r>
              <a:rPr lang="pt-BR" noProof="0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xmlns="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t-BR" noProof="0"/>
              <a:t>1/7/20XX</a:t>
            </a:r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xmlns="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6" name="Espaço Reservado para o Número do Slide 5">
            <a:extLst>
              <a:ext uri="{FF2B5EF4-FFF2-40B4-BE49-F238E27FC236}">
                <a16:creationId xmlns:a16="http://schemas.microsoft.com/office/drawing/2014/main" xmlns="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</p:spTree>
    <p:extLst>
      <p:ext uri="{BB962C8B-B14F-4D97-AF65-F5344CB8AC3E}">
        <p14:creationId xmlns:p14="http://schemas.microsoft.com/office/powerpoint/2010/main" xmlns="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Equipe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A1F8C642-49FB-4E16-A3A0-B2ACBEABFFD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t-BR" noProof="0"/>
              <a:t>Clique para editar o estilo de título Mestre</a:t>
            </a:r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xmlns="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t-BR" noProof="0"/>
              <a:t>01/07/20XX</a:t>
            </a:r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xmlns="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5" name="Espaço Reservado para o Número do Slide 4">
            <a:extLst>
              <a:ext uri="{FF2B5EF4-FFF2-40B4-BE49-F238E27FC236}">
                <a16:creationId xmlns:a16="http://schemas.microsoft.com/office/drawing/2014/main" xmlns="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xmlns="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8" name="Espaço Reservado para Texto 7">
            <a:extLst>
              <a:ext uri="{FF2B5EF4-FFF2-40B4-BE49-F238E27FC236}">
                <a16:creationId xmlns:a16="http://schemas.microsoft.com/office/drawing/2014/main" xmlns="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Nome</a:t>
            </a:r>
          </a:p>
        </p:txBody>
      </p:sp>
      <p:sp>
        <p:nvSpPr>
          <p:cNvPr id="9" name="Espaço Reservado para Texto 7">
            <a:extLst>
              <a:ext uri="{FF2B5EF4-FFF2-40B4-BE49-F238E27FC236}">
                <a16:creationId xmlns:a16="http://schemas.microsoft.com/office/drawing/2014/main" xmlns="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Título</a:t>
            </a:r>
          </a:p>
        </p:txBody>
      </p:sp>
      <p:sp>
        <p:nvSpPr>
          <p:cNvPr id="11" name="Espaço Reservado para Imagem 10">
            <a:extLst>
              <a:ext uri="{FF2B5EF4-FFF2-40B4-BE49-F238E27FC236}">
                <a16:creationId xmlns:a16="http://schemas.microsoft.com/office/drawing/2014/main" xmlns="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t-BR" noProof="0"/>
              <a:t>Clique no ícone para adicionar uma imagem</a:t>
            </a:r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xmlns="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13" name="Espaço Reservado para Texto 7">
            <a:extLst>
              <a:ext uri="{FF2B5EF4-FFF2-40B4-BE49-F238E27FC236}">
                <a16:creationId xmlns:a16="http://schemas.microsoft.com/office/drawing/2014/main" xmlns="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Nome</a:t>
            </a:r>
          </a:p>
        </p:txBody>
      </p:sp>
      <p:sp>
        <p:nvSpPr>
          <p:cNvPr id="14" name="Espaço Reservado para Texto 7">
            <a:extLst>
              <a:ext uri="{FF2B5EF4-FFF2-40B4-BE49-F238E27FC236}">
                <a16:creationId xmlns:a16="http://schemas.microsoft.com/office/drawing/2014/main" xmlns="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Título</a:t>
            </a:r>
          </a:p>
        </p:txBody>
      </p:sp>
      <p:sp>
        <p:nvSpPr>
          <p:cNvPr id="15" name="Espaço Reservado para Imagem 10">
            <a:extLst>
              <a:ext uri="{FF2B5EF4-FFF2-40B4-BE49-F238E27FC236}">
                <a16:creationId xmlns:a16="http://schemas.microsoft.com/office/drawing/2014/main" xmlns="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t-BR" noProof="0"/>
              <a:t>Clique no ícone para adicionar uma imagem</a:t>
            </a:r>
          </a:p>
        </p:txBody>
      </p:sp>
      <p:sp>
        <p:nvSpPr>
          <p:cNvPr id="16" name="Retângulo 15">
            <a:extLst>
              <a:ext uri="{FF2B5EF4-FFF2-40B4-BE49-F238E27FC236}">
                <a16:creationId xmlns:a16="http://schemas.microsoft.com/office/drawing/2014/main" xmlns="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17" name="Espaço Reservado para Texto 7">
            <a:extLst>
              <a:ext uri="{FF2B5EF4-FFF2-40B4-BE49-F238E27FC236}">
                <a16:creationId xmlns:a16="http://schemas.microsoft.com/office/drawing/2014/main" xmlns="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Nome</a:t>
            </a:r>
          </a:p>
        </p:txBody>
      </p:sp>
      <p:sp>
        <p:nvSpPr>
          <p:cNvPr id="18" name="Espaço Reservado para Texto 7">
            <a:extLst>
              <a:ext uri="{FF2B5EF4-FFF2-40B4-BE49-F238E27FC236}">
                <a16:creationId xmlns:a16="http://schemas.microsoft.com/office/drawing/2014/main" xmlns="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Título</a:t>
            </a:r>
          </a:p>
        </p:txBody>
      </p:sp>
      <p:sp>
        <p:nvSpPr>
          <p:cNvPr id="19" name="Espaço Reservado para Imagem 10">
            <a:extLst>
              <a:ext uri="{FF2B5EF4-FFF2-40B4-BE49-F238E27FC236}">
                <a16:creationId xmlns:a16="http://schemas.microsoft.com/office/drawing/2014/main" xmlns="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t-BR" noProof="0"/>
              <a:t>Clique no ícone para adicionar uma imagem</a:t>
            </a:r>
          </a:p>
        </p:txBody>
      </p:sp>
      <p:sp>
        <p:nvSpPr>
          <p:cNvPr id="20" name="Retângulo 19">
            <a:extLst>
              <a:ext uri="{FF2B5EF4-FFF2-40B4-BE49-F238E27FC236}">
                <a16:creationId xmlns:a16="http://schemas.microsoft.com/office/drawing/2014/main" xmlns="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21" name="Espaço Reservado para Texto 7">
            <a:extLst>
              <a:ext uri="{FF2B5EF4-FFF2-40B4-BE49-F238E27FC236}">
                <a16:creationId xmlns:a16="http://schemas.microsoft.com/office/drawing/2014/main" xmlns="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Nome</a:t>
            </a:r>
          </a:p>
        </p:txBody>
      </p:sp>
      <p:sp>
        <p:nvSpPr>
          <p:cNvPr id="22" name="Espaço Reservado para Texto 7">
            <a:extLst>
              <a:ext uri="{FF2B5EF4-FFF2-40B4-BE49-F238E27FC236}">
                <a16:creationId xmlns:a16="http://schemas.microsoft.com/office/drawing/2014/main" xmlns="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Título</a:t>
            </a:r>
          </a:p>
        </p:txBody>
      </p:sp>
      <p:sp>
        <p:nvSpPr>
          <p:cNvPr id="23" name="Espaço Reservado para Imagem 10">
            <a:extLst>
              <a:ext uri="{FF2B5EF4-FFF2-40B4-BE49-F238E27FC236}">
                <a16:creationId xmlns:a16="http://schemas.microsoft.com/office/drawing/2014/main" xmlns="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t-BR" noProof="0"/>
              <a:t>Clique no ícone para adicionar uma imagem</a:t>
            </a:r>
          </a:p>
        </p:txBody>
      </p:sp>
    </p:spTree>
    <p:extLst>
      <p:ext uri="{BB962C8B-B14F-4D97-AF65-F5344CB8AC3E}">
        <p14:creationId xmlns:p14="http://schemas.microsoft.com/office/powerpoint/2010/main" xmlns="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Equipe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tângulo 39">
            <a:extLst>
              <a:ext uri="{FF2B5EF4-FFF2-40B4-BE49-F238E27FC236}">
                <a16:creationId xmlns:a16="http://schemas.microsoft.com/office/drawing/2014/main" xmlns="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41" name="Espaço Reservado para Imagem 10">
            <a:extLst>
              <a:ext uri="{FF2B5EF4-FFF2-40B4-BE49-F238E27FC236}">
                <a16:creationId xmlns:a16="http://schemas.microsoft.com/office/drawing/2014/main" xmlns="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t-BR" noProof="0"/>
              <a:t>Clique no ícone para adicionar uma imagem</a:t>
            </a:r>
          </a:p>
        </p:txBody>
      </p:sp>
      <p:sp>
        <p:nvSpPr>
          <p:cNvPr id="42" name="Retângulo 41">
            <a:extLst>
              <a:ext uri="{FF2B5EF4-FFF2-40B4-BE49-F238E27FC236}">
                <a16:creationId xmlns:a16="http://schemas.microsoft.com/office/drawing/2014/main" xmlns="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43" name="Espaço Reservado para Imagem 10">
            <a:extLst>
              <a:ext uri="{FF2B5EF4-FFF2-40B4-BE49-F238E27FC236}">
                <a16:creationId xmlns:a16="http://schemas.microsoft.com/office/drawing/2014/main" xmlns="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t-BR" noProof="0"/>
              <a:t>Clique no ícone para adicionar uma imagem</a:t>
            </a:r>
          </a:p>
        </p:txBody>
      </p:sp>
      <p:sp>
        <p:nvSpPr>
          <p:cNvPr id="44" name="Retângulo 43">
            <a:extLst>
              <a:ext uri="{FF2B5EF4-FFF2-40B4-BE49-F238E27FC236}">
                <a16:creationId xmlns:a16="http://schemas.microsoft.com/office/drawing/2014/main" xmlns="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45" name="Espaço Reservado para Imagem 10">
            <a:extLst>
              <a:ext uri="{FF2B5EF4-FFF2-40B4-BE49-F238E27FC236}">
                <a16:creationId xmlns:a16="http://schemas.microsoft.com/office/drawing/2014/main" xmlns="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t-BR" noProof="0"/>
              <a:t>Clique no ícone para adicionar uma imagem</a:t>
            </a:r>
          </a:p>
        </p:txBody>
      </p:sp>
      <p:sp>
        <p:nvSpPr>
          <p:cNvPr id="46" name="Retângulo 45">
            <a:extLst>
              <a:ext uri="{FF2B5EF4-FFF2-40B4-BE49-F238E27FC236}">
                <a16:creationId xmlns:a16="http://schemas.microsoft.com/office/drawing/2014/main" xmlns="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47" name="Espaço Reservado para Imagem 10">
            <a:extLst>
              <a:ext uri="{FF2B5EF4-FFF2-40B4-BE49-F238E27FC236}">
                <a16:creationId xmlns:a16="http://schemas.microsoft.com/office/drawing/2014/main" xmlns="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t-BR" noProof="0"/>
              <a:t>Clique no ícone para adicionar uma imagem</a:t>
            </a: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A1F8C642-49FB-4E16-A3A0-B2ACBEABFFD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t-BR" noProof="0"/>
              <a:t>Clique para editar o estilo de título Mestre</a:t>
            </a:r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xmlns="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t-BR" noProof="0"/>
              <a:t>01/07/20XX</a:t>
            </a:r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xmlns="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5" name="Espaço Reservado para o Número do Slide 4">
            <a:extLst>
              <a:ext uri="{FF2B5EF4-FFF2-40B4-BE49-F238E27FC236}">
                <a16:creationId xmlns:a16="http://schemas.microsoft.com/office/drawing/2014/main" xmlns="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  <p:sp>
        <p:nvSpPr>
          <p:cNvPr id="8" name="Espaço Reservado para Texto 7">
            <a:extLst>
              <a:ext uri="{FF2B5EF4-FFF2-40B4-BE49-F238E27FC236}">
                <a16:creationId xmlns:a16="http://schemas.microsoft.com/office/drawing/2014/main" xmlns="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Nome</a:t>
            </a:r>
          </a:p>
        </p:txBody>
      </p:sp>
      <p:sp>
        <p:nvSpPr>
          <p:cNvPr id="9" name="Espaço Reservado para Texto 7">
            <a:extLst>
              <a:ext uri="{FF2B5EF4-FFF2-40B4-BE49-F238E27FC236}">
                <a16:creationId xmlns:a16="http://schemas.microsoft.com/office/drawing/2014/main" xmlns="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Título</a:t>
            </a:r>
          </a:p>
        </p:txBody>
      </p:sp>
      <p:sp>
        <p:nvSpPr>
          <p:cNvPr id="13" name="Espaço Reservado para Texto 7">
            <a:extLst>
              <a:ext uri="{FF2B5EF4-FFF2-40B4-BE49-F238E27FC236}">
                <a16:creationId xmlns:a16="http://schemas.microsoft.com/office/drawing/2014/main" xmlns="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Nome</a:t>
            </a:r>
          </a:p>
        </p:txBody>
      </p:sp>
      <p:sp>
        <p:nvSpPr>
          <p:cNvPr id="14" name="Espaço Reservado para Texto 7">
            <a:extLst>
              <a:ext uri="{FF2B5EF4-FFF2-40B4-BE49-F238E27FC236}">
                <a16:creationId xmlns:a16="http://schemas.microsoft.com/office/drawing/2014/main" xmlns="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Título</a:t>
            </a:r>
          </a:p>
        </p:txBody>
      </p:sp>
      <p:sp>
        <p:nvSpPr>
          <p:cNvPr id="17" name="Espaço Reservado para Texto 7">
            <a:extLst>
              <a:ext uri="{FF2B5EF4-FFF2-40B4-BE49-F238E27FC236}">
                <a16:creationId xmlns:a16="http://schemas.microsoft.com/office/drawing/2014/main" xmlns="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Nome</a:t>
            </a:r>
          </a:p>
        </p:txBody>
      </p:sp>
      <p:sp>
        <p:nvSpPr>
          <p:cNvPr id="18" name="Espaço Reservado para Texto 7">
            <a:extLst>
              <a:ext uri="{FF2B5EF4-FFF2-40B4-BE49-F238E27FC236}">
                <a16:creationId xmlns:a16="http://schemas.microsoft.com/office/drawing/2014/main" xmlns="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Título</a:t>
            </a:r>
          </a:p>
        </p:txBody>
      </p:sp>
      <p:sp>
        <p:nvSpPr>
          <p:cNvPr id="21" name="Espaço Reservado para Texto 7">
            <a:extLst>
              <a:ext uri="{FF2B5EF4-FFF2-40B4-BE49-F238E27FC236}">
                <a16:creationId xmlns:a16="http://schemas.microsoft.com/office/drawing/2014/main" xmlns="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Nome</a:t>
            </a:r>
          </a:p>
        </p:txBody>
      </p:sp>
      <p:sp>
        <p:nvSpPr>
          <p:cNvPr id="22" name="Espaço Reservado para Texto 7">
            <a:extLst>
              <a:ext uri="{FF2B5EF4-FFF2-40B4-BE49-F238E27FC236}">
                <a16:creationId xmlns:a16="http://schemas.microsoft.com/office/drawing/2014/main" xmlns="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Título</a:t>
            </a:r>
          </a:p>
        </p:txBody>
      </p:sp>
      <p:sp>
        <p:nvSpPr>
          <p:cNvPr id="25" name="Espaço Reservado para Texto 7">
            <a:extLst>
              <a:ext uri="{FF2B5EF4-FFF2-40B4-BE49-F238E27FC236}">
                <a16:creationId xmlns:a16="http://schemas.microsoft.com/office/drawing/2014/main" xmlns="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Nome</a:t>
            </a:r>
          </a:p>
        </p:txBody>
      </p:sp>
      <p:sp>
        <p:nvSpPr>
          <p:cNvPr id="26" name="Espaço Reservado para Texto 7">
            <a:extLst>
              <a:ext uri="{FF2B5EF4-FFF2-40B4-BE49-F238E27FC236}">
                <a16:creationId xmlns:a16="http://schemas.microsoft.com/office/drawing/2014/main" xmlns="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Título</a:t>
            </a:r>
          </a:p>
        </p:txBody>
      </p:sp>
      <p:sp>
        <p:nvSpPr>
          <p:cNvPr id="29" name="Espaço Reservado para Texto 7">
            <a:extLst>
              <a:ext uri="{FF2B5EF4-FFF2-40B4-BE49-F238E27FC236}">
                <a16:creationId xmlns:a16="http://schemas.microsoft.com/office/drawing/2014/main" xmlns="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Nome</a:t>
            </a:r>
          </a:p>
        </p:txBody>
      </p:sp>
      <p:sp>
        <p:nvSpPr>
          <p:cNvPr id="30" name="Espaço Reservado para Texto 7">
            <a:extLst>
              <a:ext uri="{FF2B5EF4-FFF2-40B4-BE49-F238E27FC236}">
                <a16:creationId xmlns:a16="http://schemas.microsoft.com/office/drawing/2014/main" xmlns="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Título</a:t>
            </a:r>
          </a:p>
        </p:txBody>
      </p:sp>
      <p:sp>
        <p:nvSpPr>
          <p:cNvPr id="33" name="Espaço Reservado para Texto 7">
            <a:extLst>
              <a:ext uri="{FF2B5EF4-FFF2-40B4-BE49-F238E27FC236}">
                <a16:creationId xmlns:a16="http://schemas.microsoft.com/office/drawing/2014/main" xmlns="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Nome</a:t>
            </a:r>
          </a:p>
        </p:txBody>
      </p:sp>
      <p:sp>
        <p:nvSpPr>
          <p:cNvPr id="34" name="Espaço Reservado para Texto 7">
            <a:extLst>
              <a:ext uri="{FF2B5EF4-FFF2-40B4-BE49-F238E27FC236}">
                <a16:creationId xmlns:a16="http://schemas.microsoft.com/office/drawing/2014/main" xmlns="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Título</a:t>
            </a:r>
          </a:p>
        </p:txBody>
      </p:sp>
      <p:sp>
        <p:nvSpPr>
          <p:cNvPr id="37" name="Espaço Reservado para Texto 7">
            <a:extLst>
              <a:ext uri="{FF2B5EF4-FFF2-40B4-BE49-F238E27FC236}">
                <a16:creationId xmlns:a16="http://schemas.microsoft.com/office/drawing/2014/main" xmlns="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Nome</a:t>
            </a:r>
          </a:p>
        </p:txBody>
      </p:sp>
      <p:sp>
        <p:nvSpPr>
          <p:cNvPr id="38" name="Espaço Reservado para Texto 7">
            <a:extLst>
              <a:ext uri="{FF2B5EF4-FFF2-40B4-BE49-F238E27FC236}">
                <a16:creationId xmlns:a16="http://schemas.microsoft.com/office/drawing/2014/main" xmlns="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t-BR" noProof="0"/>
              <a:t>Título</a:t>
            </a:r>
          </a:p>
        </p:txBody>
      </p:sp>
      <p:sp>
        <p:nvSpPr>
          <p:cNvPr id="54" name="Retângulo 53">
            <a:extLst>
              <a:ext uri="{FF2B5EF4-FFF2-40B4-BE49-F238E27FC236}">
                <a16:creationId xmlns:a16="http://schemas.microsoft.com/office/drawing/2014/main" xmlns="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55" name="Espaço Reservado para Imagem 10">
            <a:extLst>
              <a:ext uri="{FF2B5EF4-FFF2-40B4-BE49-F238E27FC236}">
                <a16:creationId xmlns:a16="http://schemas.microsoft.com/office/drawing/2014/main" xmlns="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t-BR" noProof="0"/>
              <a:t>Clique no ícone para adicionar uma imagem</a:t>
            </a:r>
          </a:p>
        </p:txBody>
      </p:sp>
      <p:sp>
        <p:nvSpPr>
          <p:cNvPr id="56" name="Retângulo 55">
            <a:extLst>
              <a:ext uri="{FF2B5EF4-FFF2-40B4-BE49-F238E27FC236}">
                <a16:creationId xmlns:a16="http://schemas.microsoft.com/office/drawing/2014/main" xmlns="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57" name="Espaço Reservado para Imagem 10">
            <a:extLst>
              <a:ext uri="{FF2B5EF4-FFF2-40B4-BE49-F238E27FC236}">
                <a16:creationId xmlns:a16="http://schemas.microsoft.com/office/drawing/2014/main" xmlns="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t-BR" noProof="0"/>
              <a:t>Clique no ícone para adicionar uma imagem</a:t>
            </a:r>
          </a:p>
        </p:txBody>
      </p:sp>
      <p:sp>
        <p:nvSpPr>
          <p:cNvPr id="58" name="Retângulo 57">
            <a:extLst>
              <a:ext uri="{FF2B5EF4-FFF2-40B4-BE49-F238E27FC236}">
                <a16:creationId xmlns:a16="http://schemas.microsoft.com/office/drawing/2014/main" xmlns="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59" name="Espaço Reservado para Imagem 10">
            <a:extLst>
              <a:ext uri="{FF2B5EF4-FFF2-40B4-BE49-F238E27FC236}">
                <a16:creationId xmlns:a16="http://schemas.microsoft.com/office/drawing/2014/main" xmlns="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t-BR" noProof="0"/>
              <a:t>Clique no ícone para adicionar uma imagem</a:t>
            </a:r>
          </a:p>
        </p:txBody>
      </p:sp>
      <p:sp>
        <p:nvSpPr>
          <p:cNvPr id="60" name="Retângulo 59">
            <a:extLst>
              <a:ext uri="{FF2B5EF4-FFF2-40B4-BE49-F238E27FC236}">
                <a16:creationId xmlns:a16="http://schemas.microsoft.com/office/drawing/2014/main" xmlns="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61" name="Espaço Reservado para Imagem 10">
            <a:extLst>
              <a:ext uri="{FF2B5EF4-FFF2-40B4-BE49-F238E27FC236}">
                <a16:creationId xmlns:a16="http://schemas.microsoft.com/office/drawing/2014/main" xmlns="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t-BR" noProof="0"/>
              <a:t>Clique no ícone para adicionar uma imagem</a:t>
            </a:r>
          </a:p>
        </p:txBody>
      </p:sp>
    </p:spTree>
    <p:extLst>
      <p:ext uri="{BB962C8B-B14F-4D97-AF65-F5344CB8AC3E}">
        <p14:creationId xmlns:p14="http://schemas.microsoft.com/office/powerpoint/2010/main" xmlns="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inanciame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t-BR" noProof="0"/>
              <a:t>Clique para editar o estilo de 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xmlns="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t-BR" noProof="0"/>
              <a:t>1/7/20XX</a:t>
            </a:r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xmlns="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6" name="Espaço Reservado para o Número do Slide 5">
            <a:extLst>
              <a:ext uri="{FF2B5EF4-FFF2-40B4-BE49-F238E27FC236}">
                <a16:creationId xmlns:a16="http://schemas.microsoft.com/office/drawing/2014/main" xmlns="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  <p:sp>
        <p:nvSpPr>
          <p:cNvPr id="7" name="Espaço Reservado para Conteúdo 6">
            <a:extLst>
              <a:ext uri="{FF2B5EF4-FFF2-40B4-BE49-F238E27FC236}">
                <a16:creationId xmlns:a16="http://schemas.microsoft.com/office/drawing/2014/main" xmlns="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8" name="Espaço Reservado para Conteúdo 6">
            <a:extLst>
              <a:ext uri="{FF2B5EF4-FFF2-40B4-BE49-F238E27FC236}">
                <a16:creationId xmlns:a16="http://schemas.microsoft.com/office/drawing/2014/main" xmlns="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9" name="Espaço Reservado para Conteúdo 6">
            <a:extLst>
              <a:ext uri="{FF2B5EF4-FFF2-40B4-BE49-F238E27FC236}">
                <a16:creationId xmlns:a16="http://schemas.microsoft.com/office/drawing/2014/main" xmlns="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10" name="Espaço Reservado para Conteúdo 6">
            <a:extLst>
              <a:ext uri="{FF2B5EF4-FFF2-40B4-BE49-F238E27FC236}">
                <a16:creationId xmlns:a16="http://schemas.microsoft.com/office/drawing/2014/main" xmlns="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11" name="Espaço Reservado para Texto 10">
            <a:extLst>
              <a:ext uri="{FF2B5EF4-FFF2-40B4-BE49-F238E27FC236}">
                <a16:creationId xmlns:a16="http://schemas.microsoft.com/office/drawing/2014/main" xmlns="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t-BR" noProof="0"/>
              <a:t>CLIQUE PARA EDITAR O SUBTÍTULO</a:t>
            </a:r>
          </a:p>
        </p:txBody>
      </p:sp>
      <p:sp>
        <p:nvSpPr>
          <p:cNvPr id="12" name="Espaço Reservado para Texto 12">
            <a:extLst>
              <a:ext uri="{FF2B5EF4-FFF2-40B4-BE49-F238E27FC236}">
                <a16:creationId xmlns:a16="http://schemas.microsoft.com/office/drawing/2014/main" xmlns="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13" name="Espaço Reservado para Texto 10">
            <a:extLst>
              <a:ext uri="{FF2B5EF4-FFF2-40B4-BE49-F238E27FC236}">
                <a16:creationId xmlns:a16="http://schemas.microsoft.com/office/drawing/2014/main" xmlns="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t-BR" noProof="0"/>
              <a:t>CLIQUE PARA EDITAR O SUBTÍTULO</a:t>
            </a:r>
          </a:p>
        </p:txBody>
      </p:sp>
      <p:sp>
        <p:nvSpPr>
          <p:cNvPr id="14" name="Espaço Reservado para Texto 12">
            <a:extLst>
              <a:ext uri="{FF2B5EF4-FFF2-40B4-BE49-F238E27FC236}">
                <a16:creationId xmlns:a16="http://schemas.microsoft.com/office/drawing/2014/main" xmlns="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15" name="Espaço Reservado para Texto 10">
            <a:extLst>
              <a:ext uri="{FF2B5EF4-FFF2-40B4-BE49-F238E27FC236}">
                <a16:creationId xmlns:a16="http://schemas.microsoft.com/office/drawing/2014/main" xmlns="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t-BR" noProof="0"/>
              <a:t>CLIQUE PARA EDITAR O SUBTÍTULO</a:t>
            </a:r>
          </a:p>
        </p:txBody>
      </p:sp>
      <p:sp>
        <p:nvSpPr>
          <p:cNvPr id="16" name="Espaço Reservado para Texto 12">
            <a:extLst>
              <a:ext uri="{FF2B5EF4-FFF2-40B4-BE49-F238E27FC236}">
                <a16:creationId xmlns:a16="http://schemas.microsoft.com/office/drawing/2014/main" xmlns="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17" name="Espaço Reservado para Texto 10">
            <a:extLst>
              <a:ext uri="{FF2B5EF4-FFF2-40B4-BE49-F238E27FC236}">
                <a16:creationId xmlns:a16="http://schemas.microsoft.com/office/drawing/2014/main" xmlns="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t-BR" noProof="0"/>
              <a:t>CLIQUE PARA EDITAR O SUBTÍTULO</a:t>
            </a:r>
          </a:p>
        </p:txBody>
      </p:sp>
      <p:sp>
        <p:nvSpPr>
          <p:cNvPr id="18" name="Espaço Reservado para Texto 12">
            <a:extLst>
              <a:ext uri="{FF2B5EF4-FFF2-40B4-BE49-F238E27FC236}">
                <a16:creationId xmlns:a16="http://schemas.microsoft.com/office/drawing/2014/main" xmlns="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19" name="Espaço Reservado para Texto 12">
            <a:extLst>
              <a:ext uri="{FF2B5EF4-FFF2-40B4-BE49-F238E27FC236}">
                <a16:creationId xmlns:a16="http://schemas.microsoft.com/office/drawing/2014/main" xmlns="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20" name="Espaço Reservado para Texto 12">
            <a:extLst>
              <a:ext uri="{FF2B5EF4-FFF2-40B4-BE49-F238E27FC236}">
                <a16:creationId xmlns:a16="http://schemas.microsoft.com/office/drawing/2014/main" xmlns="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21" name="Espaço Reservado para Texto 12">
            <a:extLst>
              <a:ext uri="{FF2B5EF4-FFF2-40B4-BE49-F238E27FC236}">
                <a16:creationId xmlns:a16="http://schemas.microsoft.com/office/drawing/2014/main" xmlns="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sp>
        <p:nvSpPr>
          <p:cNvPr id="22" name="Espaço Reservado para Texto 12">
            <a:extLst>
              <a:ext uri="{FF2B5EF4-FFF2-40B4-BE49-F238E27FC236}">
                <a16:creationId xmlns:a16="http://schemas.microsoft.com/office/drawing/2014/main" xmlns="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</p:spTree>
    <p:extLst>
      <p:ext uri="{BB962C8B-B14F-4D97-AF65-F5344CB8AC3E}">
        <p14:creationId xmlns:p14="http://schemas.microsoft.com/office/powerpoint/2010/main" xmlns="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Resumo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Espaço Reservado para Imagem 20" descr="ilustração abstrata colorida de edifícios">
            <a:extLst>
              <a:ext uri="{FF2B5EF4-FFF2-40B4-BE49-F238E27FC236}">
                <a16:creationId xmlns:a16="http://schemas.microsoft.com/office/drawing/2014/main" xmlns="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xmlns="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xmlns="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xmlns="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xmlns="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xmlns="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xmlns="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xmlns="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xmlns="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xmlns="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xmlns="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xmlns="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xmlns="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xmlns="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xmlns="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xmlns="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xmlns="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xmlns="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xmlns="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xmlns="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xmlns="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xmlns="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xmlns="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xmlns="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xmlns="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xmlns="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xmlns="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xmlns="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xmlns="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xmlns="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xmlns="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xmlns="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xmlns="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xmlns="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xmlns="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xmlns="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xmlns="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xmlns="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xmlns="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xmlns="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xmlns="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xmlns="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xmlns="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xmlns="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xmlns="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xmlns="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xmlns="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xmlns="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xmlns="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xmlns="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xmlns="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xmlns="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xmlns="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xmlns="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xmlns="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xmlns="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xmlns="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xmlns="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xmlns="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xmlns="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xmlns="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xmlns="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xmlns="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xmlns="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xmlns="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xmlns="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xmlns="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xmlns="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xmlns="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xmlns="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xmlns="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xmlns="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xmlns="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xmlns="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xmlns="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xmlns="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xmlns="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xmlns="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xmlns="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xmlns="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xmlns="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xmlns="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xmlns="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xmlns="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xmlns="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xmlns="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xmlns="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xmlns="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xmlns="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xmlns="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xmlns="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xmlns="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xmlns="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xmlns="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xmlns="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xmlns="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xmlns="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xmlns="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xmlns="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xmlns="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xmlns="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xmlns="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xmlns="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xmlns="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xmlns="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xmlns="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xmlns="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xmlns="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xmlns="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xmlns="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xmlns="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xmlns="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xmlns="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xmlns="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xmlns="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xmlns="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xmlns="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xmlns="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xmlns="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xmlns="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xmlns="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xmlns="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xmlns="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xmlns="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xmlns="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xmlns="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xmlns="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xmlns="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xmlns="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xmlns="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xmlns="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xmlns="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xmlns="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xmlns="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xmlns="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xmlns="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xmlns="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xmlns="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xmlns="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xmlns="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xmlns="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xmlns="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xmlns="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xmlns="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xmlns="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xmlns="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xmlns="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xmlns="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xmlns="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xmlns="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xmlns="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xmlns="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xmlns="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xmlns="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xmlns="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xmlns="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xmlns="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xmlns="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xmlns="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xmlns="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xmlns="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xmlns="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xmlns="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xmlns="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xmlns="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xmlns="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xmlns="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xmlns="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xmlns="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xmlns="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xmlns="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xmlns="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xmlns="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xmlns="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xmlns="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xmlns="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xmlns="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xmlns="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xmlns="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xmlns="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xmlns="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xmlns="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xmlns="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xmlns="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xmlns="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xmlns="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xmlns="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xmlns="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xmlns="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xmlns="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xmlns="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xmlns="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xmlns="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xmlns="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xmlns="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xmlns="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xmlns="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xmlns="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xmlns="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xmlns="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xmlns="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xmlns="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xmlns="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xmlns="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xmlns="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xmlns="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xmlns="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xmlns="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xmlns="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xmlns="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xmlns="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xmlns="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xmlns="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xmlns="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xmlns="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xmlns="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xmlns="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xmlns="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xmlns="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xmlns="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xmlns="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xmlns="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xmlns="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xmlns="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xmlns="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xmlns="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xmlns="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xmlns="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xmlns="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xmlns="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xmlns="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xmlns="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xmlns="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xmlns="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xmlns="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xmlns="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xmlns="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xmlns="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xmlns="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xmlns="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xmlns="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xmlns="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xmlns="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xmlns="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xmlns="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xmlns="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xmlns="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xmlns="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xmlns="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xmlns="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xmlns="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xmlns="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xmlns="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xmlns="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xmlns="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xmlns="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xmlns="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xmlns="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xmlns="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xmlns="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xmlns="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xmlns="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xmlns="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xmlns="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xmlns="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xmlns="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xmlns="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xmlns="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xmlns="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xmlns="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xmlns="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xmlns="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xmlns="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xmlns="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xmlns="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xmlns="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xmlns="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xmlns="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xmlns="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xmlns="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xmlns="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xmlns="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xmlns="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xmlns="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xmlns="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xmlns="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xmlns="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xmlns="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xmlns="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xmlns="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xmlns="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xmlns="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xmlns="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xmlns="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xmlns="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xmlns="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xmlns="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xmlns="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xmlns="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xmlns="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xmlns="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xmlns="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xmlns="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xmlns="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xmlns="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xmlns="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xmlns="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xmlns="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xmlns="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xmlns="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xmlns="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xmlns="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xmlns="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xmlns="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xmlns="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xmlns="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xmlns="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xmlns="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xmlns="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xmlns="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xmlns="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xmlns="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xmlns="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xmlns="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xmlns="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xmlns="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xmlns="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xmlns="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xmlns="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xmlns="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xmlns="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xmlns="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xmlns="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xmlns="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xmlns="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xmlns="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xmlns="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xmlns="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xmlns="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xmlns="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xmlns="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xmlns="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xmlns="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xmlns="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xmlns="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xmlns="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xmlns="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xmlns="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xmlns="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xmlns="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xmlns="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xmlns="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xmlns="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xmlns="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xmlns="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xmlns="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xmlns="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xmlns="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xmlns="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xmlns="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xmlns="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xmlns="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xmlns="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xmlns="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xmlns="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xmlns="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xmlns="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xmlns="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xmlns="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xmlns="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xmlns="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xmlns="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xmlns="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xmlns="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xmlns="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xmlns="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xmlns="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xmlns="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xmlns="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xmlns="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xmlns="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xmlns="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xmlns="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xmlns="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xmlns="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xmlns="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xmlns="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xmlns="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xmlns="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xmlns="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xmlns="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xmlns="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xmlns="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xmlns="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xmlns="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xmlns="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xmlns="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xmlns="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xmlns="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xmlns="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xmlns="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xmlns="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xmlns="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xmlns="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xmlns="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xmlns="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xmlns="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xmlns="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xmlns="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xmlns="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xmlns="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xmlns="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xmlns="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xmlns="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xmlns="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xmlns="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xmlns="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xmlns="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xmlns="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xmlns="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xmlns="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xmlns="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xmlns="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xmlns="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xmlns="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xmlns="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xmlns="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xmlns="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xmlns="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xmlns="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xmlns="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xmlns="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xmlns="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xmlns="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xmlns="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xmlns="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xmlns="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xmlns="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xmlns="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xmlns="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xmlns="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xmlns="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xmlns="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xmlns="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xmlns="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xmlns="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xmlns="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xmlns="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xmlns="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xmlns="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xmlns="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xmlns="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xmlns="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xmlns="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xmlns="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xmlns="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xmlns="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xmlns="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xmlns="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xmlns="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xmlns="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xmlns="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xmlns="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xmlns="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xmlns="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xmlns="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xmlns="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xmlns="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xmlns="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xmlns="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xmlns="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xmlns="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xmlns="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xmlns="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xmlns="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xmlns="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xmlns="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xmlns="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xmlns="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xmlns="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xmlns="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xmlns="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xmlns="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xmlns="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xmlns="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xmlns="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xmlns="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xmlns="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xmlns="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xmlns="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xmlns="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xmlns="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xmlns="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xmlns="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xmlns="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xmlns="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xmlns="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xmlns="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xmlns="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xmlns="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xmlns="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xmlns="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xmlns="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xmlns="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xmlns="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xmlns="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xmlns="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xmlns="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xmlns="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xmlns="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xmlns="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xmlns="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xmlns="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xmlns="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xmlns="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xmlns="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xmlns="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xmlns="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xmlns="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xmlns="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xmlns="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xmlns="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xmlns="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xmlns="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xmlns="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xmlns="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xmlns="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xmlns="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xmlns="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xmlns="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xmlns="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xmlns="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xmlns="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xmlns="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xmlns="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xmlns="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xmlns="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xmlns="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xmlns="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xmlns="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xmlns="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xmlns="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xmlns="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xmlns="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xmlns="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xmlns="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xmlns="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xmlns="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xmlns="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xmlns="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xmlns="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xmlns="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xmlns="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xmlns="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xmlns="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xmlns="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xmlns="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xmlns="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xmlns="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xmlns="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xmlns="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xmlns="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xmlns="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xmlns="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xmlns="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xmlns="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xmlns="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xmlns="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xmlns="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xmlns="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xmlns="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xmlns="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xmlns="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xmlns="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xmlns="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xmlns="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xmlns="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xmlns="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xmlns="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xmlns="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xmlns="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xmlns="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xmlns="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xmlns="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xmlns="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xmlns="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xmlns="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xmlns="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xmlns="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xmlns="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xmlns="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xmlns="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xmlns="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xmlns="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xmlns="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xmlns="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xmlns="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xmlns="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xmlns="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xmlns="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xmlns="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xmlns="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xmlns="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xmlns="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xmlns="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xmlns="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xmlns="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xmlns="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xmlns="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xmlns="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xmlns="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xmlns="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xmlns="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xmlns="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xmlns="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xmlns="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xmlns="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xmlns="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xmlns="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xmlns="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xmlns="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xmlns="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xmlns="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xmlns="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xmlns="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xmlns="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</p:grpSp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pt-BR" noProof="0"/>
              <a:t>CLIQUE PARA EDITAR O TÍTULO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xmlns="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t-BR" noProof="0"/>
              <a:t>1/7/20XX</a:t>
            </a:r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xmlns="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6" name="Espaço Reservado para o Número do Slide 5">
            <a:extLst>
              <a:ext uri="{FF2B5EF4-FFF2-40B4-BE49-F238E27FC236}">
                <a16:creationId xmlns:a16="http://schemas.microsoft.com/office/drawing/2014/main" xmlns="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  <p:sp>
        <p:nvSpPr>
          <p:cNvPr id="675" name="Espaço Reservado para Texto 7">
            <a:extLst>
              <a:ext uri="{FF2B5EF4-FFF2-40B4-BE49-F238E27FC236}">
                <a16:creationId xmlns:a16="http://schemas.microsoft.com/office/drawing/2014/main" xmlns="" id="{2E8766DA-C6C6-45DD-A32E-F7A76297B3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pt-BR" noProof="0"/>
              <a:t>Clique para editar o texto Mestre</a:t>
            </a:r>
          </a:p>
          <a:p>
            <a:pPr lvl="1" rtl="0"/>
            <a:r>
              <a:rPr lang="pt-BR" noProof="0"/>
              <a:t>Segundo nível</a:t>
            </a:r>
          </a:p>
          <a:p>
            <a:pPr lvl="2" rtl="0"/>
            <a:r>
              <a:rPr lang="pt-BR" noProof="0"/>
              <a:t>Terceiro nível</a:t>
            </a:r>
          </a:p>
          <a:p>
            <a:pPr lvl="3" rtl="0"/>
            <a:r>
              <a:rPr lang="pt-BR" noProof="0"/>
              <a:t>Quarto nível</a:t>
            </a:r>
          </a:p>
          <a:p>
            <a:pPr lvl="4" rtl="0"/>
            <a:r>
              <a:rPr lang="pt-BR" noProof="0"/>
              <a:t>Quinto nível</a:t>
            </a:r>
          </a:p>
        </p:txBody>
      </p:sp>
    </p:spTree>
    <p:extLst>
      <p:ext uri="{BB962C8B-B14F-4D97-AF65-F5344CB8AC3E}">
        <p14:creationId xmlns:p14="http://schemas.microsoft.com/office/powerpoint/2010/main" xmlns="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Obrigado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tângulo 7">
            <a:extLst>
              <a:ext uri="{FF2B5EF4-FFF2-40B4-BE49-F238E27FC236}">
                <a16:creationId xmlns:a16="http://schemas.microsoft.com/office/drawing/2014/main" xmlns="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t-BR" noProof="0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pt-BR" noProof="0"/>
              <a:t>CLIQUE PARA EDITAR O ESTILO DO TÍTULO MESTRE</a:t>
            </a:r>
          </a:p>
        </p:txBody>
      </p:sp>
      <p:sp>
        <p:nvSpPr>
          <p:cNvPr id="14" name="Espaço Reservado para Texto 13">
            <a:extLst>
              <a:ext uri="{FF2B5EF4-FFF2-40B4-BE49-F238E27FC236}">
                <a16:creationId xmlns:a16="http://schemas.microsoft.com/office/drawing/2014/main" xmlns="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pt-BR" noProof="0"/>
              <a:t>Clique para editar o texto</a:t>
            </a:r>
          </a:p>
        </p:txBody>
      </p:sp>
      <p:grpSp>
        <p:nvGrpSpPr>
          <p:cNvPr id="10" name="Espaço Reservado para Imagem 44" descr="ilustração abstrata colorida de edifícios">
            <a:extLst>
              <a:ext uri="{FF2B5EF4-FFF2-40B4-BE49-F238E27FC236}">
                <a16:creationId xmlns:a16="http://schemas.microsoft.com/office/drawing/2014/main" xmlns="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xmlns="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xmlns="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xmlns="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xmlns="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xmlns="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xmlns="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xmlns="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xmlns="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xmlns="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xmlns="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xmlns="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xmlns="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xmlns="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xmlns="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xmlns="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xmlns="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xmlns="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xmlns="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xmlns="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xmlns="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xmlns="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xmlns="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xmlns="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xmlns="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xmlns="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xmlns="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xmlns="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xmlns="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xmlns="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xmlns="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xmlns="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xmlns="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xmlns="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xmlns="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xmlns="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xmlns="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xmlns="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xmlns="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xmlns="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xmlns="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xmlns="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xmlns="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xmlns="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xmlns="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xmlns="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xmlns="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xmlns="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xmlns="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xmlns="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xmlns="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xmlns="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xmlns="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xmlns="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xmlns="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xmlns="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xmlns="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xmlns="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xmlns="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xmlns="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xmlns="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xmlns="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xmlns="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xmlns="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xmlns="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xmlns="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xmlns="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xmlns="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xmlns="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xmlns="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xmlns="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xmlns="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xmlns="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xmlns="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xmlns="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xmlns="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xmlns="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xmlns="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xmlns="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xmlns="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xmlns="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xmlns="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xmlns="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xmlns="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xmlns="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xmlns="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xmlns="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xmlns="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xmlns="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xmlns="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xmlns="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xmlns="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xmlns="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xmlns="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xmlns="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xmlns="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xmlns="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xmlns="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xmlns="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xmlns="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xmlns="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xmlns="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xmlns="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xmlns="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xmlns="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xmlns="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xmlns="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xmlns="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xmlns="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xmlns="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xmlns="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xmlns="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xmlns="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xmlns="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xmlns="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xmlns="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xmlns="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xmlns="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xmlns="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xmlns="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xmlns="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xmlns="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xmlns="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xmlns="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xmlns="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xmlns="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xmlns="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xmlns="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xmlns="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xmlns="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xmlns="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xmlns="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xmlns="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xmlns="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xmlns="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xmlns="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xmlns="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xmlns="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xmlns="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xmlns="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xmlns="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xmlns="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xmlns="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xmlns="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xmlns="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xmlns="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xmlns="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xmlns="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xmlns="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xmlns="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xmlns="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xmlns="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xmlns="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xmlns="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xmlns="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xmlns="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xmlns="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xmlns="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xmlns="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xmlns="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xmlns="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xmlns="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xmlns="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xmlns="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xmlns="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xmlns="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xmlns="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xmlns="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xmlns="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xmlns="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xmlns="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xmlns="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xmlns="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xmlns="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xmlns="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xmlns="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xmlns="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xmlns="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xmlns="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xmlns="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xmlns="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xmlns="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xmlns="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xmlns="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xmlns="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xmlns="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xmlns="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xmlns="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xmlns="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xmlns="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xmlns="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xmlns="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xmlns="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xmlns="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xmlns="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xmlns="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xmlns="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xmlns="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xmlns="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xmlns="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xmlns="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xmlns="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xmlns="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xmlns="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xmlns="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xmlns="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xmlns="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xmlns="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xmlns="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xmlns="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xmlns="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xmlns="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xmlns="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xmlns="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xmlns="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xmlns="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xmlns="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xmlns="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xmlns="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xmlns="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xmlns="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xmlns="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xmlns="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xmlns="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xmlns="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xmlns="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xmlns="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xmlns="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xmlns="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xmlns="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xmlns="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xmlns="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xmlns="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xmlns="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xmlns="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xmlns="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xmlns="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xmlns="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xmlns="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xmlns="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xmlns="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xmlns="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xmlns="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xmlns="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xmlns="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xmlns="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xmlns="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xmlns="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xmlns="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xmlns="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xmlns="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xmlns="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xmlns="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xmlns="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xmlns="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xmlns="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xmlns="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xmlns="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xmlns="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xmlns="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xmlns="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xmlns="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xmlns="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xmlns="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xmlns="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xmlns="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xmlns="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xmlns="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xmlns="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xmlns="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xmlns="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xmlns="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xmlns="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xmlns="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xmlns="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xmlns="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xmlns="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xmlns="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xmlns="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xmlns="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xmlns="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xmlns="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xmlns="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xmlns="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xmlns="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xmlns="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xmlns="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xmlns="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xmlns="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xmlns="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xmlns="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xmlns="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xmlns="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xmlns="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xmlns="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xmlns="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xmlns="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xmlns="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xmlns="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xmlns="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xmlns="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xmlns="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xmlns="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xmlns="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xmlns="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xmlns="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xmlns="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xmlns="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xmlns="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xmlns="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xmlns="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xmlns="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xmlns="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xmlns="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xmlns="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xmlns="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xmlns="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xmlns="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xmlns="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xmlns="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xmlns="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xmlns="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xmlns="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xmlns="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xmlns="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xmlns="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xmlns="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xmlns="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xmlns="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xmlns="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xmlns="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xmlns="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xmlns="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xmlns="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xmlns="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xmlns="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xmlns="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xmlns="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xmlns="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xmlns="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xmlns="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xmlns="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xmlns="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xmlns="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xmlns="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xmlns="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xmlns="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xmlns="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xmlns="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xmlns="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xmlns="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xmlns="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xmlns="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xmlns="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xmlns="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xmlns="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xmlns="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xmlns="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xmlns="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xmlns="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xmlns="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xmlns="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xmlns="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xmlns="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xmlns="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xmlns="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xmlns="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xmlns="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xmlns="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xmlns="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xmlns="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xmlns="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xmlns="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xmlns="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xmlns="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xmlns="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xmlns="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xmlns="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xmlns="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xmlns="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xmlns="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xmlns="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xmlns="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xmlns="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xmlns="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xmlns="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xmlns="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xmlns="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xmlns="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xmlns="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xmlns="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xmlns="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xmlns="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xmlns="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xmlns="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xmlns="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xmlns="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xmlns="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xmlns="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xmlns="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xmlns="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xmlns="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xmlns="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xmlns="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xmlns="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xmlns="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xmlns="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xmlns="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xmlns="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xmlns="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xmlns="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xmlns="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xmlns="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xmlns="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xmlns="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xmlns="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xmlns="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xmlns="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xmlns="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xmlns="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xmlns="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xmlns="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xmlns="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xmlns="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xmlns="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xmlns="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xmlns="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xmlns="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xmlns="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xmlns="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xmlns="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xmlns="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xmlns="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xmlns="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xmlns="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xmlns="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xmlns="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xmlns="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xmlns="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xmlns="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xmlns="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xmlns="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xmlns="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xmlns="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xmlns="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xmlns="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xmlns="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xmlns="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xmlns="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xmlns="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xmlns="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xmlns="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xmlns="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xmlns="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xmlns="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xmlns="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xmlns="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xmlns="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xmlns="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xmlns="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xmlns="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xmlns="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xmlns="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xmlns="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xmlns="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xmlns="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xmlns="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xmlns="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xmlns="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xmlns="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xmlns="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xmlns="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xmlns="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xmlns="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xmlns="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xmlns="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xmlns="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xmlns="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xmlns="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xmlns="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xmlns="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xmlns="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xmlns="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xmlns="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xmlns="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xmlns="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xmlns="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xmlns="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xmlns="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xmlns="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xmlns="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xmlns="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xmlns="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xmlns="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xmlns="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xmlns="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xmlns="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xmlns="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xmlns="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xmlns="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xmlns="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xmlns="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xmlns="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xmlns="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xmlns="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xmlns="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xmlns="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xmlns="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xmlns="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xmlns="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xmlns="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xmlns="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xmlns="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xmlns="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xmlns="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xmlns="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xmlns="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xmlns="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xmlns="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xmlns="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xmlns="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xmlns="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xmlns="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xmlns="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xmlns="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xmlns="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xmlns="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xmlns="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xmlns="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BR" noProof="0"/>
            </a:p>
          </p:txBody>
        </p:sp>
      </p:grp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xmlns="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t-BR" noProof="0"/>
              <a:t>1/7/20XX</a:t>
            </a:r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xmlns="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6" name="Espaço Reservado para o Número do Slide 5">
            <a:extLst>
              <a:ext uri="{FF2B5EF4-FFF2-40B4-BE49-F238E27FC236}">
                <a16:creationId xmlns:a16="http://schemas.microsoft.com/office/drawing/2014/main" xmlns="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</p:spTree>
    <p:extLst>
      <p:ext uri="{BB962C8B-B14F-4D97-AF65-F5344CB8AC3E}">
        <p14:creationId xmlns:p14="http://schemas.microsoft.com/office/powerpoint/2010/main" xmlns="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is conteúd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46ACA106-0FC3-4FE9-9338-4AC3D15608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t-BR" noProof="0"/>
              <a:t>Clique para editar o estilo de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xmlns="" id="{02BF6510-D603-481E-B685-9095150A2891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pt-BR" noProof="0"/>
              <a:t>Clique para editar o texto Mestre</a:t>
            </a:r>
          </a:p>
          <a:p>
            <a:pPr lvl="1" rtl="0"/>
            <a:r>
              <a:rPr lang="pt-BR" noProof="0"/>
              <a:t>Segundo nível</a:t>
            </a:r>
          </a:p>
          <a:p>
            <a:pPr lvl="2" rtl="0"/>
            <a:r>
              <a:rPr lang="pt-BR" noProof="0"/>
              <a:t>Terceiro nível</a:t>
            </a:r>
          </a:p>
          <a:p>
            <a:pPr lvl="3" rtl="0"/>
            <a:r>
              <a:rPr lang="pt-BR" noProof="0"/>
              <a:t>Quarto nível</a:t>
            </a:r>
          </a:p>
          <a:p>
            <a:pPr lvl="4" rtl="0"/>
            <a:r>
              <a:rPr lang="pt-BR" noProof="0"/>
              <a:t>Quinto nível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xmlns="" id="{9A743757-ABC3-44BF-87D3-5E323E9B00D9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pt-BR" noProof="0"/>
              <a:t>Clique para editar o texto Mestre</a:t>
            </a:r>
          </a:p>
          <a:p>
            <a:pPr lvl="1" rtl="0"/>
            <a:r>
              <a:rPr lang="pt-BR" noProof="0"/>
              <a:t>Segundo nível</a:t>
            </a:r>
          </a:p>
          <a:p>
            <a:pPr lvl="2" rtl="0"/>
            <a:r>
              <a:rPr lang="pt-BR" noProof="0"/>
              <a:t>Terceiro nível</a:t>
            </a:r>
          </a:p>
          <a:p>
            <a:pPr lvl="3" rtl="0"/>
            <a:r>
              <a:rPr lang="pt-BR" noProof="0"/>
              <a:t>Quarto nível</a:t>
            </a:r>
          </a:p>
          <a:p>
            <a:pPr lvl="4" rtl="0"/>
            <a:r>
              <a:rPr lang="pt-BR" noProof="0"/>
              <a:t>Quinto nível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xmlns="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t-BR" noProof="0"/>
              <a:t>1/7/20XX</a:t>
            </a:r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xmlns="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7" name="Espaço Reservado para o Número do Slide 6">
            <a:extLst>
              <a:ext uri="{FF2B5EF4-FFF2-40B4-BE49-F238E27FC236}">
                <a16:creationId xmlns:a16="http://schemas.microsoft.com/office/drawing/2014/main" xmlns="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</p:spTree>
    <p:extLst>
      <p:ext uri="{BB962C8B-B14F-4D97-AF65-F5344CB8AC3E}">
        <p14:creationId xmlns:p14="http://schemas.microsoft.com/office/powerpoint/2010/main" xmlns="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58B4411E-20EA-4627-8A68-17038DCE187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pt-BR" noProof="0"/>
              <a:t>Clique para editar o estilo de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xmlns="" id="{1974E5B2-1EB9-4222-8FAB-65BDC9A9500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pt-BR" noProof="0"/>
              <a:t>Clique para editar o texto Mestre</a:t>
            </a:r>
          </a:p>
          <a:p>
            <a:pPr lvl="1" rtl="0"/>
            <a:r>
              <a:rPr lang="pt-BR" noProof="0"/>
              <a:t>Segundo nível</a:t>
            </a:r>
          </a:p>
          <a:p>
            <a:pPr lvl="2" rtl="0"/>
            <a:r>
              <a:rPr lang="pt-BR" noProof="0"/>
              <a:t>Terceiro nível</a:t>
            </a:r>
          </a:p>
          <a:p>
            <a:pPr lvl="3" rtl="0"/>
            <a:r>
              <a:rPr lang="pt-BR" noProof="0"/>
              <a:t>Quarto nível</a:t>
            </a:r>
          </a:p>
          <a:p>
            <a:pPr lvl="4" rtl="0"/>
            <a:r>
              <a:rPr lang="pt-BR" noProof="0"/>
              <a:t>Quinto nível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xmlns="" id="{DC197C18-82B5-4EB5-9010-63FFB7F5316B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pt-BR" noProof="0"/>
              <a:t>Clique para editar o texto Mestre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xmlns="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t-BR" noProof="0"/>
              <a:t>1/7/20XX</a:t>
            </a:r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xmlns="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7" name="Espaço Reservado para o Número do Slide 6">
            <a:extLst>
              <a:ext uri="{FF2B5EF4-FFF2-40B4-BE49-F238E27FC236}">
                <a16:creationId xmlns:a16="http://schemas.microsoft.com/office/drawing/2014/main" xmlns="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</p:spTree>
    <p:extLst>
      <p:ext uri="{BB962C8B-B14F-4D97-AF65-F5344CB8AC3E}">
        <p14:creationId xmlns:p14="http://schemas.microsoft.com/office/powerpoint/2010/main" xmlns="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ítulo 1">
            <a:extLst>
              <a:ext uri="{FF2B5EF4-FFF2-40B4-BE49-F238E27FC236}">
                <a16:creationId xmlns:a16="http://schemas.microsoft.com/office/drawing/2014/main" xmlns="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pt-BR" noProof="0"/>
              <a:t>CLIQUE PARA EDITAR O ESTILO DO TÍTULO PRINCIPAL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xmlns="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pt-BR" noProof="0"/>
              <a:t>Clique para editar o texto Mestre</a:t>
            </a:r>
          </a:p>
          <a:p>
            <a:pPr lvl="1" rtl="0"/>
            <a:r>
              <a:rPr lang="pt-BR" noProof="0"/>
              <a:t>Segundo nível</a:t>
            </a:r>
          </a:p>
          <a:p>
            <a:pPr lvl="2" rtl="0"/>
            <a:r>
              <a:rPr lang="pt-BR" noProof="0"/>
              <a:t>Terceiro nível</a:t>
            </a:r>
          </a:p>
          <a:p>
            <a:pPr lvl="3" rtl="0"/>
            <a:r>
              <a:rPr lang="pt-BR" noProof="0"/>
              <a:t>Quarto nível</a:t>
            </a:r>
          </a:p>
          <a:p>
            <a:pPr lvl="4" rtl="0"/>
            <a:r>
              <a:rPr lang="pt-BR" noProof="0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xmlns="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pt-BR" noProof="0"/>
              <a:t>1/7/20XX</a:t>
            </a:r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xmlns="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pt-BR" noProof="0"/>
              <a:t>Título da apresentação</a:t>
            </a:r>
          </a:p>
        </p:txBody>
      </p:sp>
      <p:sp>
        <p:nvSpPr>
          <p:cNvPr id="6" name="Espaço Reservado para o Número do Slide 5">
            <a:extLst>
              <a:ext uri="{FF2B5EF4-FFF2-40B4-BE49-F238E27FC236}">
                <a16:creationId xmlns:a16="http://schemas.microsoft.com/office/drawing/2014/main" xmlns="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pPr rtl="0"/>
            <a:fld id="{B5CEABB6-07DC-46E8-9B57-56EC44A396E5}" type="slidenum">
              <a:rPr lang="pt-BR" noProof="0" smtClean="0"/>
              <a:pPr rtl="0"/>
              <a:t>‹nº›</a:t>
            </a:fld>
            <a:endParaRPr lang="pt-BR" noProof="0"/>
          </a:p>
        </p:txBody>
      </p:sp>
    </p:spTree>
    <p:extLst>
      <p:ext uri="{BB962C8B-B14F-4D97-AF65-F5344CB8AC3E}">
        <p14:creationId xmlns:p14="http://schemas.microsoft.com/office/powerpoint/2010/main" xmlns="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 xmlns="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2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ítulo 8">
            <a:extLst>
              <a:ext uri="{FF2B5EF4-FFF2-40B4-BE49-F238E27FC236}">
                <a16:creationId xmlns:a16="http://schemas.microsoft.com/office/drawing/2014/main" xmlns="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37376" y="1874520"/>
            <a:ext cx="4379976" cy="1547583"/>
          </a:xfrm>
        </p:spPr>
        <p:txBody>
          <a:bodyPr rtlCol="0"/>
          <a:lstStyle/>
          <a:p>
            <a:pPr rtl="0"/>
            <a:r>
              <a:rPr lang="pt-BR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Grupo RH</a:t>
            </a:r>
          </a:p>
        </p:txBody>
      </p:sp>
      <p:sp>
        <p:nvSpPr>
          <p:cNvPr id="20" name="Subtítulo 2">
            <a:extLst>
              <a:ext uri="{FF2B5EF4-FFF2-40B4-BE49-F238E27FC236}">
                <a16:creationId xmlns:a16="http://schemas.microsoft.com/office/drawing/2014/main" xmlns="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 rtlCol="0"/>
          <a:lstStyle/>
          <a:p>
            <a:pPr rtl="0"/>
            <a:r>
              <a:rPr lang="pt-BR" dirty="0"/>
              <a:t>Arthur, Caio Anacleto, Gabriel Silva, Gabriel Souza, Lorenzzo Nogueira</a:t>
            </a:r>
          </a:p>
        </p:txBody>
      </p:sp>
    </p:spTree>
    <p:extLst>
      <p:ext uri="{BB962C8B-B14F-4D97-AF65-F5344CB8AC3E}">
        <p14:creationId xmlns:p14="http://schemas.microsoft.com/office/powerpoint/2010/main" xmlns="" val="1476137269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0609" y="67856"/>
            <a:ext cx="4114799" cy="1325563"/>
          </a:xfrm>
        </p:spPr>
        <p:txBody>
          <a:bodyPr rtlCol="0">
            <a:normAutofit/>
          </a:bodyPr>
          <a:lstStyle/>
          <a:p>
            <a:pPr rtl="0"/>
            <a:r>
              <a:rPr lang="pt-BR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Introdução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xmlns="" id="{35E3EA69-4E0E-41BD-8095-A124225A26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36181" y="1168305"/>
            <a:ext cx="4114800" cy="3157158"/>
          </a:xfrm>
        </p:spPr>
        <p:txBody>
          <a:bodyPr vert="horz" lIns="91440" tIns="45720" rIns="91440" bIns="45720" rtlCol="0" anchor="t">
            <a:noAutofit/>
          </a:bodyPr>
          <a:lstStyle/>
          <a:p>
            <a:pPr rtl="0"/>
            <a:r>
              <a:rPr lang="pt-BR" sz="1200" b="1" dirty="0"/>
              <a:t>Este módulo de RH oferece uma solução abrangente para gerenciar informações de funcionários, cargos e salários. Com telas intuitivas e recursos poderosos, o sistema permite o cadastro de funcionários com dados pessoais, endereço e informações específicas, como documentos de identificação, estado civil e data de admissão. Além disso, é possível cadastrar cargos, seus respectivos salários e fornecer detalhes sobre requisitos e responsabilidades. A tela de consulta permite visualizar informações básicas dos funcionários e detalhes adicionais, como histórico de salários. Relatórios personalizáveis fornecem uma visão geral do quadro de colaboradores, custos com salários e outros indicadores relevantes. </a:t>
            </a:r>
          </a:p>
        </p:txBody>
      </p:sp>
      <p:sp>
        <p:nvSpPr>
          <p:cNvPr id="10" name="Espaço Reservado para Data 9">
            <a:extLst>
              <a:ext uri="{FF2B5EF4-FFF2-40B4-BE49-F238E27FC236}">
                <a16:creationId xmlns:a16="http://schemas.microsoft.com/office/drawing/2014/main" xmlns="" id="{5B977C86-3B4D-43C8-8241-380CB8620E2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pt-BR" dirty="0"/>
              <a:t>21/06/2023</a:t>
            </a:r>
          </a:p>
        </p:txBody>
      </p:sp>
      <p:sp>
        <p:nvSpPr>
          <p:cNvPr id="15" name="Espaço Reservado para o Número do Slide 14">
            <a:extLst>
              <a:ext uri="{FF2B5EF4-FFF2-40B4-BE49-F238E27FC236}">
                <a16:creationId xmlns:a16="http://schemas.microsoft.com/office/drawing/2014/main" xmlns="" id="{DF477A88-2AF7-461F-A62A-2370C03845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t-BR" smtClean="0"/>
              <a:pPr rtl="0"/>
              <a:t>2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xmlns="" val="620991316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8712" y="8475"/>
            <a:ext cx="10515600" cy="1325563"/>
          </a:xfrm>
        </p:spPr>
        <p:txBody>
          <a:bodyPr rtlCol="0">
            <a:normAutofit/>
          </a:bodyPr>
          <a:lstStyle/>
          <a:p>
            <a:pPr rtl="0"/>
            <a:r>
              <a:rPr lang="pt-BR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Problemas &amp; Soluções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xmlns="" id="{615C66C5-CF46-4BB3-82CB-5E5DFB9B549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1166285" y="1177035"/>
            <a:ext cx="1841205" cy="365760"/>
          </a:xfrm>
        </p:spPr>
        <p:txBody>
          <a:bodyPr rtlCol="0">
            <a:noAutofit/>
          </a:bodyPr>
          <a:lstStyle/>
          <a:p>
            <a:pPr rtl="0"/>
            <a:r>
              <a:rPr lang="pt-BR" sz="1600" b="1" u="sng" dirty="0">
                <a:solidFill>
                  <a:schemeClr val="tx1"/>
                </a:solidFill>
              </a:rPr>
              <a:t>Problema Inicial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xmlns="" id="{7D779DE4-CAEA-4617-897E-FEC9A2AC2D6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78712" y="1542795"/>
            <a:ext cx="2816352" cy="1403897"/>
          </a:xfrm>
          <a:ln>
            <a:solidFill>
              <a:schemeClr val="tx1"/>
            </a:solidFill>
          </a:ln>
        </p:spPr>
        <p:txBody>
          <a:bodyPr vert="horz" lIns="91440" tIns="45720" rIns="91440" bIns="45720" rtlCol="0" anchor="t">
            <a:normAutofit/>
          </a:bodyPr>
          <a:lstStyle/>
          <a:p>
            <a:pPr rtl="0"/>
            <a:r>
              <a:rPr lang="pt-BR" dirty="0"/>
              <a:t>Sistema baseado em planilhas do Excel gera dificuldades e ineficiências para o cliente.</a:t>
            </a:r>
          </a:p>
        </p:txBody>
      </p:sp>
      <p:sp>
        <p:nvSpPr>
          <p:cNvPr id="55" name="Espaço Reservado para Data 54">
            <a:extLst>
              <a:ext uri="{FF2B5EF4-FFF2-40B4-BE49-F238E27FC236}">
                <a16:creationId xmlns:a16="http://schemas.microsoft.com/office/drawing/2014/main" xmlns="" id="{C1F1F924-C1EC-4BB5-8224-376BC2BB69C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873642" cy="365125"/>
          </a:xfrm>
        </p:spPr>
        <p:txBody>
          <a:bodyPr rtlCol="0"/>
          <a:lstStyle/>
          <a:p>
            <a:pPr rtl="0"/>
            <a:r>
              <a:rPr lang="pt-BR" dirty="0"/>
              <a:t>21/06/2023</a:t>
            </a:r>
          </a:p>
        </p:txBody>
      </p:sp>
      <p:sp>
        <p:nvSpPr>
          <p:cNvPr id="148" name="Espaço Reservado para o Número do Slide 147">
            <a:extLst>
              <a:ext uri="{FF2B5EF4-FFF2-40B4-BE49-F238E27FC236}">
                <a16:creationId xmlns:a16="http://schemas.microsoft.com/office/drawing/2014/main" xmlns="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t-BR" smtClean="0"/>
              <a:pPr rtl="0"/>
              <a:t>3</a:t>
            </a:fld>
            <a:endParaRPr lang="pt-BR"/>
          </a:p>
        </p:txBody>
      </p:sp>
      <p:sp>
        <p:nvSpPr>
          <p:cNvPr id="23" name="Espaço Reservado para Conteúdo 2">
            <a:extLst>
              <a:ext uri="{FF2B5EF4-FFF2-40B4-BE49-F238E27FC236}">
                <a16:creationId xmlns:a16="http://schemas.microsoft.com/office/drawing/2014/main" xmlns="" id="{8B419748-FAB0-F58C-627D-60D5AD550BDB}"/>
              </a:ext>
            </a:extLst>
          </p:cNvPr>
          <p:cNvSpPr txBox="1">
            <a:spLocks/>
          </p:cNvSpPr>
          <p:nvPr/>
        </p:nvSpPr>
        <p:spPr>
          <a:xfrm>
            <a:off x="4356505" y="1561342"/>
            <a:ext cx="2816352" cy="1403897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vert="horz" lIns="91440" tIns="45720" rIns="91440" bIns="45720" rtlCol="0" anchor="t">
            <a:normAutofit/>
          </a:bodyPr>
          <a:lstStyle>
            <a:lvl1pPr marL="0" indent="0" algn="l" defTabSz="914400" rtl="0" eaLnBrk="1" latinLnBrk="0" hangingPunct="1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dirty="0"/>
              <a:t>Desenvolvimento de um sistema de RH personalizado, com interface intuitiva e automação de processos, substituindo as planilhas do Excel.</a:t>
            </a:r>
          </a:p>
        </p:txBody>
      </p:sp>
      <p:sp>
        <p:nvSpPr>
          <p:cNvPr id="28" name="Espaço Reservado para Texto 3">
            <a:extLst>
              <a:ext uri="{FF2B5EF4-FFF2-40B4-BE49-F238E27FC236}">
                <a16:creationId xmlns:a16="http://schemas.microsoft.com/office/drawing/2014/main" xmlns="" id="{65ABAAEE-6A9F-10AF-1084-CF1276BD99A9}"/>
              </a:ext>
            </a:extLst>
          </p:cNvPr>
          <p:cNvSpPr txBox="1">
            <a:spLocks/>
          </p:cNvSpPr>
          <p:nvPr/>
        </p:nvSpPr>
        <p:spPr>
          <a:xfrm>
            <a:off x="4844078" y="1207289"/>
            <a:ext cx="1841205" cy="36576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ts val="26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bg1">
                    <a:lumMod val="50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600" b="1" u="sng" dirty="0">
                <a:solidFill>
                  <a:schemeClr val="tx1"/>
                </a:solidFill>
              </a:rPr>
              <a:t>Solução Inicial</a:t>
            </a:r>
          </a:p>
        </p:txBody>
      </p:sp>
      <p:sp>
        <p:nvSpPr>
          <p:cNvPr id="29" name="Espaço Reservado para Texto 3">
            <a:extLst>
              <a:ext uri="{FF2B5EF4-FFF2-40B4-BE49-F238E27FC236}">
                <a16:creationId xmlns:a16="http://schemas.microsoft.com/office/drawing/2014/main" xmlns="" id="{71A28588-275A-E686-1C98-4F42DA077E68}"/>
              </a:ext>
            </a:extLst>
          </p:cNvPr>
          <p:cNvSpPr txBox="1">
            <a:spLocks/>
          </p:cNvSpPr>
          <p:nvPr/>
        </p:nvSpPr>
        <p:spPr>
          <a:xfrm>
            <a:off x="1166285" y="3766692"/>
            <a:ext cx="1841205" cy="36576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ts val="26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bg1">
                    <a:lumMod val="50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600" b="1" u="sng" dirty="0">
                <a:solidFill>
                  <a:schemeClr val="tx1"/>
                </a:solidFill>
              </a:rPr>
              <a:t>Problema Final</a:t>
            </a:r>
          </a:p>
        </p:txBody>
      </p:sp>
      <p:sp>
        <p:nvSpPr>
          <p:cNvPr id="30" name="Espaço Reservado para Conteúdo 2">
            <a:extLst>
              <a:ext uri="{FF2B5EF4-FFF2-40B4-BE49-F238E27FC236}">
                <a16:creationId xmlns:a16="http://schemas.microsoft.com/office/drawing/2014/main" xmlns="" id="{09195D68-87B3-DC0C-5BC7-A481363F10F7}"/>
              </a:ext>
            </a:extLst>
          </p:cNvPr>
          <p:cNvSpPr txBox="1">
            <a:spLocks/>
          </p:cNvSpPr>
          <p:nvPr/>
        </p:nvSpPr>
        <p:spPr>
          <a:xfrm>
            <a:off x="678712" y="4132452"/>
            <a:ext cx="2816352" cy="1704822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vert="horz" lIns="91440" tIns="45720" rIns="91440" bIns="45720" rtlCol="0" anchor="t">
            <a:noAutofit/>
          </a:bodyPr>
          <a:lstStyle>
            <a:lvl1pPr marL="0" indent="0" algn="l" defTabSz="914400" rtl="0" eaLnBrk="1" latinLnBrk="0" hangingPunct="1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dirty="0"/>
              <a:t>Gerenciamento ineficiente de funcionários com processos manuais e desatualizados, dificuldades na inserção, consulta e localização de informações detalhadas.</a:t>
            </a:r>
          </a:p>
        </p:txBody>
      </p:sp>
      <p:sp>
        <p:nvSpPr>
          <p:cNvPr id="31" name="Espaço Reservado para Texto 3">
            <a:extLst>
              <a:ext uri="{FF2B5EF4-FFF2-40B4-BE49-F238E27FC236}">
                <a16:creationId xmlns:a16="http://schemas.microsoft.com/office/drawing/2014/main" xmlns="" id="{C5B420D3-5EE8-9131-9A08-F6063A8CE208}"/>
              </a:ext>
            </a:extLst>
          </p:cNvPr>
          <p:cNvSpPr txBox="1">
            <a:spLocks/>
          </p:cNvSpPr>
          <p:nvPr/>
        </p:nvSpPr>
        <p:spPr>
          <a:xfrm>
            <a:off x="4991635" y="3766692"/>
            <a:ext cx="1546089" cy="36576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ts val="26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bg1">
                    <a:lumMod val="50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600" b="1" u="sng" dirty="0">
                <a:solidFill>
                  <a:schemeClr val="tx1"/>
                </a:solidFill>
              </a:rPr>
              <a:t>Solução Final</a:t>
            </a:r>
          </a:p>
        </p:txBody>
      </p:sp>
      <p:sp>
        <p:nvSpPr>
          <p:cNvPr id="32" name="Espaço Reservado para Conteúdo 2">
            <a:extLst>
              <a:ext uri="{FF2B5EF4-FFF2-40B4-BE49-F238E27FC236}">
                <a16:creationId xmlns:a16="http://schemas.microsoft.com/office/drawing/2014/main" xmlns="" id="{6AE604E7-DBDC-8F5F-C622-7B72BDC3BF87}"/>
              </a:ext>
            </a:extLst>
          </p:cNvPr>
          <p:cNvSpPr txBox="1">
            <a:spLocks/>
          </p:cNvSpPr>
          <p:nvPr/>
        </p:nvSpPr>
        <p:spPr>
          <a:xfrm>
            <a:off x="4356505" y="4132452"/>
            <a:ext cx="2816352" cy="1704822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vert="horz" lIns="91440" tIns="45720" rIns="91440" bIns="45720" rtlCol="0" anchor="t">
            <a:normAutofit/>
          </a:bodyPr>
          <a:lstStyle>
            <a:lvl1pPr marL="0" indent="0" algn="l" defTabSz="914400" rtl="0" eaLnBrk="1" latinLnBrk="0" hangingPunct="1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dirty="0"/>
              <a:t>Solução proposta: Sistema de RH integrado e automatizado para agilizar o cadastro, consulta e relatórios dos funcionários, otimizando o gerenciamento.</a:t>
            </a:r>
          </a:p>
        </p:txBody>
      </p:sp>
    </p:spTree>
    <p:extLst>
      <p:ext uri="{BB962C8B-B14F-4D97-AF65-F5344CB8AC3E}">
        <p14:creationId xmlns:p14="http://schemas.microsoft.com/office/powerpoint/2010/main" xmlns="" val="731641844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0" name="Rectangle 89">
            <a:extLst>
              <a:ext uri="{FF2B5EF4-FFF2-40B4-BE49-F238E27FC236}">
                <a16:creationId xmlns:a16="http://schemas.microsoft.com/office/drawing/2014/main" xmlns="" id="{4522B21E-B2B9-4C72-9A71-C87EFD137480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xmlns="" id="{5EB7D2A2-F448-44D4-938C-DC84CBCB3B1E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2"/>
            <a:ext cx="12192000" cy="441258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xmlns="" id="{871AEA07-1E14-44B4-8E55-64EF049CD66F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596464" y="551962"/>
            <a:ext cx="10999072" cy="461854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537E1C88-627C-4655-A4FB-0BB02EDB07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0" y="1293338"/>
            <a:ext cx="9144000" cy="3274592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7200" kern="12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PROTÓTIPOS </a:t>
            </a:r>
            <a:r>
              <a:rPr lang="en-US" sz="7200" kern="12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funcionais</a:t>
            </a:r>
            <a:r>
              <a:rPr lang="en-US" sz="7200" kern="12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 &amp; </a:t>
            </a:r>
            <a:r>
              <a:rPr lang="en-US" sz="7200" kern="12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não</a:t>
            </a:r>
            <a:r>
              <a:rPr lang="en-US" sz="7200" kern="12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 </a:t>
            </a:r>
            <a:r>
              <a:rPr lang="en-US" sz="7200" kern="12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funcionais</a:t>
            </a:r>
            <a:endParaRPr lang="en-US" sz="7200" kern="12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xmlns="" id="{F7C8EA93-3210-4C62-99E9-153C275E3A8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CxnSpPr>
        <p:spPr>
          <a:xfrm flipH="1">
            <a:off x="596464" y="6354708"/>
            <a:ext cx="11000232" cy="0"/>
          </a:xfrm>
          <a:prstGeom prst="line">
            <a:avLst/>
          </a:prstGeom>
          <a:ln w="1016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xmlns="" id="{57827957-2A18-4113-A885-6BA5C784BDB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49224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spcAft>
                <a:spcPts val="600"/>
              </a:spcAft>
            </a:pPr>
            <a:r>
              <a:rPr lang="en-US" sz="1200">
                <a:solidFill>
                  <a:schemeClr val="tx1">
                    <a:tint val="75000"/>
                  </a:schemeClr>
                </a:solidFill>
              </a:rPr>
              <a:t>21/06/2023</a:t>
            </a:r>
          </a:p>
        </p:txBody>
      </p:sp>
      <p:sp>
        <p:nvSpPr>
          <p:cNvPr id="85" name="Espaço Reservado para o Número do Slide 84">
            <a:extLst>
              <a:ext uri="{FF2B5EF4-FFF2-40B4-BE49-F238E27FC236}">
                <a16:creationId xmlns:a16="http://schemas.microsoft.com/office/drawing/2014/main" xmlns="" id="{5EB842A5-6634-4B31-B78C-639CDAF54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49224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spcAft>
                <a:spcPts val="600"/>
              </a:spcAft>
            </a:pPr>
            <a:fld id="{B5CEABB6-07DC-46E8-9B57-56EC44A396E5}" type="slidenum">
              <a:rPr lang="en-US" sz="1200" smtClean="0">
                <a:solidFill>
                  <a:schemeClr val="tx1">
                    <a:tint val="75000"/>
                  </a:schemeClr>
                </a:solidFill>
              </a:rPr>
              <a:pPr>
                <a:spcAft>
                  <a:spcPts val="600"/>
                </a:spcAft>
              </a:pPr>
              <a:t>4</a:t>
            </a:fld>
            <a:endParaRPr lang="en-US" sz="1200">
              <a:solidFill>
                <a:schemeClr val="tx1">
                  <a:tint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3140179507"/>
      </p:ext>
    </p:extLst>
  </p:cSld>
  <p:clrMapOvr>
    <a:masterClrMapping/>
  </p:clrMapOvr>
  <p:transition spd="slow">
    <p:comb/>
  </p:transition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C84385A1-7907-466F-B4A3-C69B010594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9531" y="136525"/>
            <a:ext cx="10515600" cy="878884"/>
          </a:xfrm>
        </p:spPr>
        <p:txBody>
          <a:bodyPr rtlCol="0">
            <a:normAutofit fontScale="90000"/>
          </a:bodyPr>
          <a:lstStyle/>
          <a:p>
            <a:pPr rtl="0"/>
            <a:r>
              <a:rPr lang="pt-BR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Protótipos Funcionais &amp; Não Funcionais</a:t>
            </a:r>
          </a:p>
        </p:txBody>
      </p:sp>
      <p:sp>
        <p:nvSpPr>
          <p:cNvPr id="14" name="Espaço Reservado para Data 13">
            <a:extLst>
              <a:ext uri="{FF2B5EF4-FFF2-40B4-BE49-F238E27FC236}">
                <a16:creationId xmlns:a16="http://schemas.microsoft.com/office/drawing/2014/main" xmlns="" id="{2C3A17A7-B59A-4E68-9B7D-4FD6F57E768F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pt-BR" dirty="0"/>
              <a:t>21/06/2023</a:t>
            </a:r>
          </a:p>
        </p:txBody>
      </p:sp>
      <p:sp>
        <p:nvSpPr>
          <p:cNvPr id="4" name="Espaço Reservado para o Número do Slide 3">
            <a:extLst>
              <a:ext uri="{FF2B5EF4-FFF2-40B4-BE49-F238E27FC236}">
                <a16:creationId xmlns:a16="http://schemas.microsoft.com/office/drawing/2014/main" xmlns="" id="{E9A45E72-311B-492D-8FFD-649E1B03208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19B51A1E-902D-48AF-9020-955120F399B6}" type="slidenum">
              <a:rPr lang="pt-BR" smtClean="0"/>
              <a:pPr rtl="0"/>
              <a:t>5</a:t>
            </a:fld>
            <a:endParaRPr lang="pt-BR" dirty="0"/>
          </a:p>
        </p:txBody>
      </p:sp>
      <p:pic>
        <p:nvPicPr>
          <p:cNvPr id="5" name="Imagem 4" descr="Interface gráfica do usuário, Aplicativo&#10;&#10;Descrição gerada automaticamente">
            <a:extLst>
              <a:ext uri="{FF2B5EF4-FFF2-40B4-BE49-F238E27FC236}">
                <a16:creationId xmlns:a16="http://schemas.microsoft.com/office/drawing/2014/main" xmlns="" id="{32A42F8D-816A-76F0-B207-3E0F0F1A563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1238" y="1371600"/>
            <a:ext cx="5708503" cy="3211033"/>
          </a:xfrm>
          <a:prstGeom prst="rect">
            <a:avLst/>
          </a:prstGeom>
          <a:ln w="19050">
            <a:solidFill>
              <a:schemeClr val="tx1"/>
            </a:solidFill>
          </a:ln>
        </p:spPr>
      </p:pic>
      <p:pic>
        <p:nvPicPr>
          <p:cNvPr id="7" name="Imagem 6" descr="Interface gráfica do usuário, Aplicativo, Word&#10;&#10;Descrição gerada automaticamente">
            <a:extLst>
              <a:ext uri="{FF2B5EF4-FFF2-40B4-BE49-F238E27FC236}">
                <a16:creationId xmlns:a16="http://schemas.microsoft.com/office/drawing/2014/main" xmlns="" id="{D3392468-F67C-3F5A-FF21-BB275512702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72259" y="1371600"/>
            <a:ext cx="5708503" cy="3211033"/>
          </a:xfrm>
          <a:prstGeom prst="rect">
            <a:avLst/>
          </a:prstGeom>
          <a:ln w="19050"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xmlns="" val="2046660791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C84385A1-7907-466F-B4A3-C69B010594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9531" y="136525"/>
            <a:ext cx="10515600" cy="878884"/>
          </a:xfrm>
        </p:spPr>
        <p:txBody>
          <a:bodyPr rtlCol="0">
            <a:normAutofit fontScale="90000"/>
          </a:bodyPr>
          <a:lstStyle/>
          <a:p>
            <a:pPr rtl="0"/>
            <a:r>
              <a:rPr lang="pt-BR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Protótipos Funcionais &amp; Não Funcionais</a:t>
            </a:r>
          </a:p>
        </p:txBody>
      </p:sp>
      <p:sp>
        <p:nvSpPr>
          <p:cNvPr id="14" name="Espaço Reservado para Data 13">
            <a:extLst>
              <a:ext uri="{FF2B5EF4-FFF2-40B4-BE49-F238E27FC236}">
                <a16:creationId xmlns:a16="http://schemas.microsoft.com/office/drawing/2014/main" xmlns="" id="{2C3A17A7-B59A-4E68-9B7D-4FD6F57E768F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pt-BR" dirty="0"/>
              <a:t>21/06/2023</a:t>
            </a:r>
          </a:p>
        </p:txBody>
      </p:sp>
      <p:sp>
        <p:nvSpPr>
          <p:cNvPr id="4" name="Espaço Reservado para o Número do Slide 3">
            <a:extLst>
              <a:ext uri="{FF2B5EF4-FFF2-40B4-BE49-F238E27FC236}">
                <a16:creationId xmlns:a16="http://schemas.microsoft.com/office/drawing/2014/main" xmlns="" id="{E9A45E72-311B-492D-8FFD-649E1B03208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19B51A1E-902D-48AF-9020-955120F399B6}" type="slidenum">
              <a:rPr lang="pt-BR" smtClean="0"/>
              <a:pPr rtl="0"/>
              <a:t>6</a:t>
            </a:fld>
            <a:endParaRPr lang="pt-BR" dirty="0"/>
          </a:p>
        </p:txBody>
      </p:sp>
      <p:pic>
        <p:nvPicPr>
          <p:cNvPr id="6" name="Imagem 5" descr="Interface gráfica do usuário, Texto, Aplicativo&#10;&#10;Descrição gerada automaticamente">
            <a:extLst>
              <a:ext uri="{FF2B5EF4-FFF2-40B4-BE49-F238E27FC236}">
                <a16:creationId xmlns:a16="http://schemas.microsoft.com/office/drawing/2014/main" xmlns="" id="{28E10EAB-7B57-54FA-E834-19339A6AB5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5954" y="1371600"/>
            <a:ext cx="5708503" cy="3211032"/>
          </a:xfrm>
          <a:prstGeom prst="rect">
            <a:avLst/>
          </a:prstGeom>
          <a:ln w="19050">
            <a:solidFill>
              <a:schemeClr val="tx1"/>
            </a:solidFill>
          </a:ln>
        </p:spPr>
      </p:pic>
      <p:pic>
        <p:nvPicPr>
          <p:cNvPr id="9" name="Imagem 8" descr="Interface gráfica do usuário, Aplicativo&#10;&#10;Descrição gerada automaticamente">
            <a:extLst>
              <a:ext uri="{FF2B5EF4-FFF2-40B4-BE49-F238E27FC236}">
                <a16:creationId xmlns:a16="http://schemas.microsoft.com/office/drawing/2014/main" xmlns="" id="{504D1052-8F75-A466-4C8B-F4EF4F7E9D6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47544" y="1371600"/>
            <a:ext cx="5708502" cy="3211032"/>
          </a:xfrm>
          <a:prstGeom prst="rect">
            <a:avLst/>
          </a:prstGeom>
          <a:ln w="19050"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xmlns="" val="42720770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200">
        <p:dissolve/>
      </p:transition>
    </mc:Choice>
    <mc:Fallback>
      <p:transition spd="slow">
        <p:dissolve/>
      </p:transition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xmlns="" id="{C84385A1-7907-466F-B4A3-C69B010594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9531" y="136525"/>
            <a:ext cx="10515600" cy="878884"/>
          </a:xfrm>
        </p:spPr>
        <p:txBody>
          <a:bodyPr rtlCol="0">
            <a:normAutofit fontScale="90000"/>
          </a:bodyPr>
          <a:lstStyle/>
          <a:p>
            <a:pPr rtl="0"/>
            <a:r>
              <a:rPr lang="pt-BR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Protótipos Funcionais &amp; Não Funcionais</a:t>
            </a:r>
          </a:p>
        </p:txBody>
      </p:sp>
      <p:sp>
        <p:nvSpPr>
          <p:cNvPr id="14" name="Espaço Reservado para Data 13">
            <a:extLst>
              <a:ext uri="{FF2B5EF4-FFF2-40B4-BE49-F238E27FC236}">
                <a16:creationId xmlns:a16="http://schemas.microsoft.com/office/drawing/2014/main" xmlns="" id="{2C3A17A7-B59A-4E68-9B7D-4FD6F57E768F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pt-BR" dirty="0"/>
              <a:t>21/06/2023</a:t>
            </a:r>
          </a:p>
        </p:txBody>
      </p:sp>
      <p:sp>
        <p:nvSpPr>
          <p:cNvPr id="4" name="Espaço Reservado para o Número do Slide 3">
            <a:extLst>
              <a:ext uri="{FF2B5EF4-FFF2-40B4-BE49-F238E27FC236}">
                <a16:creationId xmlns:a16="http://schemas.microsoft.com/office/drawing/2014/main" xmlns="" id="{E9A45E72-311B-492D-8FFD-649E1B03208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19B51A1E-902D-48AF-9020-955120F399B6}" type="slidenum">
              <a:rPr lang="pt-BR" smtClean="0"/>
              <a:pPr rtl="0"/>
              <a:t>7</a:t>
            </a:fld>
            <a:endParaRPr lang="pt-BR" dirty="0"/>
          </a:p>
        </p:txBody>
      </p:sp>
      <p:pic>
        <p:nvPicPr>
          <p:cNvPr id="6" name="Imagem 5" descr="Tabela&#10;&#10;Descrição gerada automaticamente com confiança média">
            <a:extLst>
              <a:ext uri="{FF2B5EF4-FFF2-40B4-BE49-F238E27FC236}">
                <a16:creationId xmlns:a16="http://schemas.microsoft.com/office/drawing/2014/main" xmlns="" id="{64165935-86E6-A3D7-8D55-4B75C512A8A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1239" y="1371601"/>
            <a:ext cx="5708503" cy="3211032"/>
          </a:xfrm>
          <a:prstGeom prst="rect">
            <a:avLst/>
          </a:prstGeom>
          <a:ln w="19050">
            <a:solidFill>
              <a:schemeClr val="tx1"/>
            </a:solidFill>
          </a:ln>
        </p:spPr>
      </p:pic>
      <p:pic>
        <p:nvPicPr>
          <p:cNvPr id="9" name="Imagem 8" descr="Interface gráfica do usuário&#10;&#10;Descrição gerada automaticamente">
            <a:extLst>
              <a:ext uri="{FF2B5EF4-FFF2-40B4-BE49-F238E27FC236}">
                <a16:creationId xmlns:a16="http://schemas.microsoft.com/office/drawing/2014/main" xmlns="" id="{C7DD1D06-203B-827B-231F-25109E4CE00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72258" y="1371601"/>
            <a:ext cx="5708503" cy="3211032"/>
          </a:xfrm>
          <a:prstGeom prst="rect">
            <a:avLst/>
          </a:prstGeom>
          <a:ln w="19050"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xmlns="" val="1193468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200">
        <p:dissolve/>
      </p:transition>
    </mc:Choice>
    <mc:Fallback>
      <p:transition spd="slow">
        <p:dissolve/>
      </p:transition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ítulo 35">
            <a:extLst>
              <a:ext uri="{FF2B5EF4-FFF2-40B4-BE49-F238E27FC236}">
                <a16:creationId xmlns:a16="http://schemas.microsoft.com/office/drawing/2014/main" xmlns="" id="{3FB3C754-C1FE-4D2D-9890-A8353F1E8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53312" y="1755648"/>
            <a:ext cx="4306824" cy="1325563"/>
          </a:xfrm>
        </p:spPr>
        <p:txBody>
          <a:bodyPr rtlCol="0"/>
          <a:lstStyle/>
          <a:p>
            <a:pPr rtl="0"/>
            <a:r>
              <a:rPr lang="pt-BR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OBRIGADO!</a:t>
            </a:r>
          </a:p>
        </p:txBody>
      </p:sp>
      <p:sp>
        <p:nvSpPr>
          <p:cNvPr id="37" name="Espaço Reservado para Texto 36">
            <a:extLst>
              <a:ext uri="{FF2B5EF4-FFF2-40B4-BE49-F238E27FC236}">
                <a16:creationId xmlns:a16="http://schemas.microsoft.com/office/drawing/2014/main" xmlns="" id="{F8701B31-AB7C-4E0A-952E-ACAC522AF3F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353312" y="3191256"/>
            <a:ext cx="3505201" cy="1798639"/>
          </a:xfrm>
        </p:spPr>
        <p:txBody>
          <a:bodyPr rtlCol="0"/>
          <a:lstStyle/>
          <a:p>
            <a:pPr rtl="0"/>
            <a:r>
              <a:rPr lang="pt-BR" dirty="0"/>
              <a:t>Junho 2023</a:t>
            </a:r>
          </a:p>
          <a:p>
            <a:pPr rtl="0"/>
            <a:r>
              <a:rPr lang="pt-BR" dirty="0"/>
              <a:t>Senai Vitória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xmlns="" id="{5E9C9CF3-789B-4F9F-8F03-9C35C87C63C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pt-BR" dirty="0"/>
              <a:t>21/06/2023</a:t>
            </a:r>
          </a:p>
        </p:txBody>
      </p:sp>
      <p:sp>
        <p:nvSpPr>
          <p:cNvPr id="6" name="Espaço Reservado para o Número do Slide 5">
            <a:extLst>
              <a:ext uri="{FF2B5EF4-FFF2-40B4-BE49-F238E27FC236}">
                <a16:creationId xmlns:a16="http://schemas.microsoft.com/office/drawing/2014/main" xmlns="" id="{1019A024-2FD1-4C73-AC55-A794E56E4F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t-BR" smtClean="0"/>
              <a:pPr rtl="0"/>
              <a:t>8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xmlns="" val="213567368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2500">
        <p:checker/>
      </p:transition>
    </mc:Choice>
    <mc:Fallback>
      <p:transition spd="slow">
        <p:checker/>
      </p:transition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Tema do Offic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_59945366_TF16411248_Win32" id="{7E60A069-F646-4836-A6D0-BBC43214366A}" vid="{A4F672F9-EBB2-4304-867B-DC6520083D09}"/>
    </a:ext>
  </a:extLst>
</a:theme>
</file>

<file path=ppt/theme/theme2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0372ADF612FAF1408AED531926FADB59" ma:contentTypeVersion="3" ma:contentTypeDescription="Create a new document." ma:contentTypeScope="" ma:versionID="26530cec1e6f76b5c466f43e16ed69d4">
  <xsd:schema xmlns:xsd="http://www.w3.org/2001/XMLSchema" xmlns:xs="http://www.w3.org/2001/XMLSchema" xmlns:p="http://schemas.microsoft.com/office/2006/metadata/properties" xmlns:ns3="92a931ff-b0f9-4a21-9ee5-71027e915d8f" targetNamespace="http://schemas.microsoft.com/office/2006/metadata/properties" ma:root="true" ma:fieldsID="8466bc6f1d0e51fb1df824b83c71aed0" ns3:_="">
    <xsd:import namespace="92a931ff-b0f9-4a21-9ee5-71027e915d8f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  <xsd:element ref="ns3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2a931ff-b0f9-4a21-9ee5-71027e915d8f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0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584F7779-D4DB-4C58-BF75-ADFFA445B0B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92a931ff-b0f9-4a21-9ee5-71027e915d8f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F7069D1F-6C1F-4FA3-8CCB-EA801E558BEC}">
  <ds:schemaRefs>
    <ds:schemaRef ds:uri="http://purl.org/dc/elements/1.1/"/>
    <ds:schemaRef ds:uri="http://schemas.microsoft.com/office/2006/metadata/properties"/>
    <ds:schemaRef ds:uri="92a931ff-b0f9-4a21-9ee5-71027e915d8f"/>
    <ds:schemaRef ds:uri="http://purl.org/dc/terms/"/>
    <ds:schemaRef ds:uri="http://schemas.openxmlformats.org/package/2006/metadata/core-properties"/>
    <ds:schemaRef ds:uri="http://schemas.microsoft.com/office/2006/documentManagement/types"/>
    <ds:schemaRef ds:uri="http://schemas.microsoft.com/office/infopath/2007/PartnerControls"/>
    <ds:schemaRef ds:uri="http://www.w3.org/XML/1998/namespace"/>
    <ds:schemaRef ds:uri="http://purl.org/dc/dcmitype/"/>
  </ds:schemaRefs>
</ds:datastoreItem>
</file>

<file path=customXml/itemProps3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{71653840-FB9E-4621-A8C5-F9388862C6B8}tf16411248_win32</Template>
  <TotalTime>78</TotalTime>
  <Words>266</Words>
  <Application>Microsoft Office PowerPoint</Application>
  <PresentationFormat>Personalizar</PresentationFormat>
  <Paragraphs>42</Paragraphs>
  <Slides>8</Slides>
  <Notes>8</Notes>
  <HiddenSlides>0</HiddenSlides>
  <MMClips>0</MMClips>
  <ScaleCrop>false</ScaleCrop>
  <HeadingPairs>
    <vt:vector size="4" baseType="variant">
      <vt:variant>
        <vt:lpstr>Tema</vt:lpstr>
      </vt:variant>
      <vt:variant>
        <vt:i4>1</vt:i4>
      </vt:variant>
      <vt:variant>
        <vt:lpstr>Títulos de slides</vt:lpstr>
      </vt:variant>
      <vt:variant>
        <vt:i4>8</vt:i4>
      </vt:variant>
    </vt:vector>
  </HeadingPairs>
  <TitlesOfParts>
    <vt:vector size="9" baseType="lpstr">
      <vt:lpstr>Tema do Office</vt:lpstr>
      <vt:lpstr>Grupo RH</vt:lpstr>
      <vt:lpstr>Introdução</vt:lpstr>
      <vt:lpstr>Problemas &amp; Soluções</vt:lpstr>
      <vt:lpstr>PROTÓTIPOS funcionais &amp; não funcionais</vt:lpstr>
      <vt:lpstr>Protótipos Funcionais &amp; Não Funcionais</vt:lpstr>
      <vt:lpstr>Protótipos Funcionais &amp; Não Funcionais</vt:lpstr>
      <vt:lpstr>Protótipos Funcionais &amp; Não Funcionais</vt:lpstr>
      <vt:lpstr>OBRIGADO!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Grupo RH</dc:title>
  <dc:creator>Gabriel Antonio</dc:creator>
  <cp:lastModifiedBy>aluno</cp:lastModifiedBy>
  <cp:revision>6</cp:revision>
  <dcterms:created xsi:type="dcterms:W3CDTF">2023-06-22T02:29:42Z</dcterms:created>
  <dcterms:modified xsi:type="dcterms:W3CDTF">2023-06-22T22:41:48Z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0x0101000372ADF612FAF1408AED531926FADB59</vt:lpwstr>
  </property>
  <property fmtid="{D5CDD505-2E9C-101B-9397-08002B2CF9AE}" pid="3" name="MSIP_Label_defa4170-0d19-0005-0004-bc88714345d2_Enabled">
    <vt:lpwstr>true</vt:lpwstr>
  </property>
  <property fmtid="{D5CDD505-2E9C-101B-9397-08002B2CF9AE}" pid="4" name="MSIP_Label_defa4170-0d19-0005-0004-bc88714345d2_SetDate">
    <vt:lpwstr>2023-06-22T03:16:45Z</vt:lpwstr>
  </property>
  <property fmtid="{D5CDD505-2E9C-101B-9397-08002B2CF9AE}" pid="5" name="MSIP_Label_defa4170-0d19-0005-0004-bc88714345d2_Method">
    <vt:lpwstr>Standard</vt:lpwstr>
  </property>
  <property fmtid="{D5CDD505-2E9C-101B-9397-08002B2CF9AE}" pid="6" name="MSIP_Label_defa4170-0d19-0005-0004-bc88714345d2_Name">
    <vt:lpwstr>defa4170-0d19-0005-0004-bc88714345d2</vt:lpwstr>
  </property>
  <property fmtid="{D5CDD505-2E9C-101B-9397-08002B2CF9AE}" pid="7" name="MSIP_Label_defa4170-0d19-0005-0004-bc88714345d2_SiteId">
    <vt:lpwstr>fe6399f5-db93-47f7-aea7-fc56b3d0cd49</vt:lpwstr>
  </property>
  <property fmtid="{D5CDD505-2E9C-101B-9397-08002B2CF9AE}" pid="8" name="MSIP_Label_defa4170-0d19-0005-0004-bc88714345d2_ActionId">
    <vt:lpwstr>c3ab465f-11db-4636-88c1-33643bac89de</vt:lpwstr>
  </property>
  <property fmtid="{D5CDD505-2E9C-101B-9397-08002B2CF9AE}" pid="9" name="MSIP_Label_defa4170-0d19-0005-0004-bc88714345d2_ContentBits">
    <vt:lpwstr>0</vt:lpwstr>
  </property>
</Properties>
</file>